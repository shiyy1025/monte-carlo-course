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8.xml" ContentType="application/inkml+xml"/>
  <Override PartName="/ppt/ink/ink9.xml" ContentType="application/inkml+xml"/>
  <Override PartName="/ppt/ink/ink10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316" r:id="rId2"/>
    <p:sldId id="345" r:id="rId3"/>
    <p:sldId id="348" r:id="rId4"/>
    <p:sldId id="349" r:id="rId5"/>
    <p:sldId id="346" r:id="rId6"/>
    <p:sldId id="347" r:id="rId7"/>
    <p:sldId id="350" r:id="rId8"/>
    <p:sldId id="351" r:id="rId9"/>
    <p:sldId id="353" r:id="rId10"/>
    <p:sldId id="354" r:id="rId11"/>
    <p:sldId id="355" r:id="rId12"/>
    <p:sldId id="356" r:id="rId13"/>
    <p:sldId id="358" r:id="rId14"/>
    <p:sldId id="357" r:id="rId15"/>
    <p:sldId id="359" r:id="rId16"/>
    <p:sldId id="352" r:id="rId17"/>
    <p:sldId id="362" r:id="rId18"/>
    <p:sldId id="263" r:id="rId19"/>
    <p:sldId id="363" r:id="rId20"/>
    <p:sldId id="364" r:id="rId21"/>
    <p:sldId id="365" r:id="rId22"/>
    <p:sldId id="366" r:id="rId23"/>
    <p:sldId id="264" r:id="rId24"/>
    <p:sldId id="368" r:id="rId25"/>
    <p:sldId id="367" r:id="rId26"/>
    <p:sldId id="369" r:id="rId27"/>
    <p:sldId id="371" r:id="rId28"/>
    <p:sldId id="373" r:id="rId29"/>
    <p:sldId id="376" r:id="rId30"/>
    <p:sldId id="374" r:id="rId31"/>
    <p:sldId id="379" r:id="rId32"/>
    <p:sldId id="380" r:id="rId33"/>
    <p:sldId id="375" r:id="rId34"/>
    <p:sldId id="377" r:id="rId35"/>
    <p:sldId id="378" r:id="rId36"/>
    <p:sldId id="38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F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25" autoAdjust="0"/>
    <p:restoredTop sz="94660" autoAdjust="0"/>
  </p:normalViewPr>
  <p:slideViewPr>
    <p:cSldViewPr>
      <p:cViewPr>
        <p:scale>
          <a:sx n="156" d="100"/>
          <a:sy n="156" d="100"/>
        </p:scale>
        <p:origin x="14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69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743D7A-4EAC-9B47-8067-E44EBCA3FA59}" type="doc">
      <dgm:prSet loTypeId="urn:microsoft.com/office/officeart/2005/8/layout/chevron1" loCatId="" qsTypeId="urn:microsoft.com/office/officeart/2005/8/quickstyle/3d3" qsCatId="3D" csTypeId="urn:microsoft.com/office/officeart/2005/8/colors/colorful1" csCatId="colorful" phldr="1"/>
      <dgm:spPr/>
    </dgm:pt>
    <dgm:pt modelId="{175676BC-7103-D34B-A07E-A2122AC2D12C}">
      <dgm:prSet phldrT="[文本]"/>
      <dgm:spPr/>
      <dgm:t>
        <a:bodyPr/>
        <a:lstStyle/>
        <a:p>
          <a:r>
            <a:rPr lang="zh-CN" altLang="en-US" b="1" dirty="0"/>
            <a:t>头文件</a:t>
          </a:r>
        </a:p>
      </dgm:t>
    </dgm:pt>
    <dgm:pt modelId="{CA082F27-8AAA-F944-B360-7274963A5FE8}" type="parTrans" cxnId="{1A2C482C-6E4A-AB45-B63E-E9154ABBDC3B}">
      <dgm:prSet/>
      <dgm:spPr/>
      <dgm:t>
        <a:bodyPr/>
        <a:lstStyle/>
        <a:p>
          <a:endParaRPr lang="zh-CN" altLang="en-US" b="1"/>
        </a:p>
      </dgm:t>
    </dgm:pt>
    <dgm:pt modelId="{10BC7E3A-FAFC-7740-9E5C-3B6F8758E726}" type="sibTrans" cxnId="{1A2C482C-6E4A-AB45-B63E-E9154ABBDC3B}">
      <dgm:prSet/>
      <dgm:spPr/>
      <dgm:t>
        <a:bodyPr/>
        <a:lstStyle/>
        <a:p>
          <a:endParaRPr lang="zh-CN" altLang="en-US" b="1"/>
        </a:p>
      </dgm:t>
    </dgm:pt>
    <dgm:pt modelId="{F595E1C5-9C4B-694D-8CF4-6D2DBCC1EC26}">
      <dgm:prSet phldrT="[文本]"/>
      <dgm:spPr/>
      <dgm:t>
        <a:bodyPr/>
        <a:lstStyle/>
        <a:p>
          <a:r>
            <a:rPr lang="zh-CN" altLang="en-US" b="1" dirty="0"/>
            <a:t>粒子枪</a:t>
          </a:r>
          <a:endParaRPr lang="en-US" altLang="zh-CN" b="1" dirty="0"/>
        </a:p>
      </dgm:t>
    </dgm:pt>
    <dgm:pt modelId="{6AF14BD9-CB96-EC47-9865-E764DD42A31E}" type="parTrans" cxnId="{0DC103F5-B469-BA44-B575-BD998EDE1A23}">
      <dgm:prSet/>
      <dgm:spPr/>
      <dgm:t>
        <a:bodyPr/>
        <a:lstStyle/>
        <a:p>
          <a:endParaRPr lang="zh-CN" altLang="en-US" b="1"/>
        </a:p>
      </dgm:t>
    </dgm:pt>
    <dgm:pt modelId="{5B88B78D-B42D-9040-AEBD-0782FCD7D3AE}" type="sibTrans" cxnId="{0DC103F5-B469-BA44-B575-BD998EDE1A23}">
      <dgm:prSet/>
      <dgm:spPr/>
      <dgm:t>
        <a:bodyPr/>
        <a:lstStyle/>
        <a:p>
          <a:endParaRPr lang="zh-CN" altLang="en-US" b="1"/>
        </a:p>
      </dgm:t>
    </dgm:pt>
    <dgm:pt modelId="{FDB33577-7623-CB4A-80D4-81B896ADB643}">
      <dgm:prSet phldrT="[文本]"/>
      <dgm:spPr/>
      <dgm:t>
        <a:bodyPr/>
        <a:lstStyle/>
        <a:p>
          <a:r>
            <a:rPr lang="zh-CN" altLang="en-US" b="1" dirty="0"/>
            <a:t>发射粒子</a:t>
          </a:r>
          <a:endParaRPr lang="en-US" altLang="zh-CN" b="1" dirty="0"/>
        </a:p>
      </dgm:t>
    </dgm:pt>
    <dgm:pt modelId="{C24763FA-ACEC-ED42-8637-2904DF264916}" type="parTrans" cxnId="{9B53C773-489E-454D-9ED1-596999CFA683}">
      <dgm:prSet/>
      <dgm:spPr/>
      <dgm:t>
        <a:bodyPr/>
        <a:lstStyle/>
        <a:p>
          <a:endParaRPr lang="zh-CN" altLang="en-US" b="1"/>
        </a:p>
      </dgm:t>
    </dgm:pt>
    <dgm:pt modelId="{231D3BC1-CA3A-8041-B177-FDE4AAD943F2}" type="sibTrans" cxnId="{9B53C773-489E-454D-9ED1-596999CFA683}">
      <dgm:prSet/>
      <dgm:spPr/>
      <dgm:t>
        <a:bodyPr/>
        <a:lstStyle/>
        <a:p>
          <a:endParaRPr lang="zh-CN" altLang="en-US" b="1"/>
        </a:p>
      </dgm:t>
    </dgm:pt>
    <dgm:pt modelId="{792A55A9-E0AA-FA46-9354-7DD7E4494266}">
      <dgm:prSet/>
      <dgm:spPr/>
      <dgm:t>
        <a:bodyPr/>
        <a:lstStyle/>
        <a:p>
          <a:r>
            <a:rPr lang="en-US" altLang="zh-CN" b="1" dirty="0"/>
            <a:t>fParticleGun </a:t>
          </a:r>
          <a:r>
            <a:rPr lang="zh-CN" altLang="en-US" b="1" dirty="0"/>
            <a:t>函数设定粒子源</a:t>
          </a:r>
        </a:p>
      </dgm:t>
    </dgm:pt>
    <dgm:pt modelId="{15D0A58A-CA27-6B44-BA6E-11C2DC6159C7}" type="parTrans" cxnId="{34458A80-2A72-474E-A166-17F3C44557AF}">
      <dgm:prSet/>
      <dgm:spPr/>
      <dgm:t>
        <a:bodyPr/>
        <a:lstStyle/>
        <a:p>
          <a:endParaRPr lang="zh-CN" altLang="en-US" b="1"/>
        </a:p>
      </dgm:t>
    </dgm:pt>
    <dgm:pt modelId="{7555FE83-AD5E-A441-AE59-05E2CF2A89B7}" type="sibTrans" cxnId="{34458A80-2A72-474E-A166-17F3C44557AF}">
      <dgm:prSet/>
      <dgm:spPr/>
      <dgm:t>
        <a:bodyPr/>
        <a:lstStyle/>
        <a:p>
          <a:endParaRPr lang="zh-CN" altLang="en-US" b="1"/>
        </a:p>
      </dgm:t>
    </dgm:pt>
    <dgm:pt modelId="{164F5131-FE38-D74D-8C54-DC1F75C483E8}">
      <dgm:prSet/>
      <dgm:spPr/>
      <dgm:t>
        <a:bodyPr/>
        <a:lstStyle/>
        <a:p>
          <a:r>
            <a:rPr lang="zh-CN" altLang="en-US" b="1" dirty="0"/>
            <a:t>每个</a:t>
          </a:r>
          <a:r>
            <a:rPr lang="en-US" altLang="zh-CN" b="1" dirty="0"/>
            <a:t> event</a:t>
          </a:r>
          <a:r>
            <a:rPr lang="zh-CN" altLang="en-US" b="1" dirty="0"/>
            <a:t>中调用</a:t>
          </a:r>
          <a:r>
            <a:rPr lang="en" altLang="zh-CN" b="1" dirty="0" err="1"/>
            <a:t>GeneratePrimaries</a:t>
          </a:r>
          <a:r>
            <a:rPr lang="zh-CN" altLang="en-US" b="1" dirty="0"/>
            <a:t> </a:t>
          </a:r>
        </a:p>
      </dgm:t>
    </dgm:pt>
    <dgm:pt modelId="{8DD52062-BBED-8B4B-889E-A59C0A622741}" type="parTrans" cxnId="{3ECB18CD-BF39-4643-9D15-2E50BFEE3921}">
      <dgm:prSet/>
      <dgm:spPr/>
      <dgm:t>
        <a:bodyPr/>
        <a:lstStyle/>
        <a:p>
          <a:endParaRPr lang="zh-CN" altLang="en-US" b="1"/>
        </a:p>
      </dgm:t>
    </dgm:pt>
    <dgm:pt modelId="{FB63DFBD-12E1-B348-82D1-5C37AEAF9BD6}" type="sibTrans" cxnId="{3ECB18CD-BF39-4643-9D15-2E50BFEE3921}">
      <dgm:prSet/>
      <dgm:spPr/>
      <dgm:t>
        <a:bodyPr/>
        <a:lstStyle/>
        <a:p>
          <a:endParaRPr lang="zh-CN" altLang="en-US" b="1"/>
        </a:p>
      </dgm:t>
    </dgm:pt>
    <dgm:pt modelId="{DCE2C6D6-DF54-CA47-B42D-5E7EB99E56BE}" type="pres">
      <dgm:prSet presAssocID="{4A743D7A-4EAC-9B47-8067-E44EBCA3FA59}" presName="Name0" presStyleCnt="0">
        <dgm:presLayoutVars>
          <dgm:dir/>
          <dgm:animLvl val="lvl"/>
          <dgm:resizeHandles val="exact"/>
        </dgm:presLayoutVars>
      </dgm:prSet>
      <dgm:spPr/>
    </dgm:pt>
    <dgm:pt modelId="{1B7C5B4D-953E-944A-A123-8FCECCF0A52B}" type="pres">
      <dgm:prSet presAssocID="{175676BC-7103-D34B-A07E-A2122AC2D12C}" presName="composite" presStyleCnt="0"/>
      <dgm:spPr/>
    </dgm:pt>
    <dgm:pt modelId="{046A9F6C-AF24-E94E-A5A8-555C97F83CEF}" type="pres">
      <dgm:prSet presAssocID="{175676BC-7103-D34B-A07E-A2122AC2D12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4734DFC-08D9-9844-8103-D42FFC854386}" type="pres">
      <dgm:prSet presAssocID="{175676BC-7103-D34B-A07E-A2122AC2D12C}" presName="desTx" presStyleLbl="revTx" presStyleIdx="0" presStyleCnt="2">
        <dgm:presLayoutVars>
          <dgm:bulletEnabled val="1"/>
        </dgm:presLayoutVars>
      </dgm:prSet>
      <dgm:spPr/>
    </dgm:pt>
    <dgm:pt modelId="{3318D823-C5C7-684D-B0AD-DE55A8CB5A29}" type="pres">
      <dgm:prSet presAssocID="{10BC7E3A-FAFC-7740-9E5C-3B6F8758E726}" presName="space" presStyleCnt="0"/>
      <dgm:spPr/>
    </dgm:pt>
    <dgm:pt modelId="{7A821CEF-8CFE-524E-A229-7AAC8F85EAB4}" type="pres">
      <dgm:prSet presAssocID="{F595E1C5-9C4B-694D-8CF4-6D2DBCC1EC26}" presName="composite" presStyleCnt="0"/>
      <dgm:spPr/>
    </dgm:pt>
    <dgm:pt modelId="{39134694-C65B-8C41-A372-477AC770D22D}" type="pres">
      <dgm:prSet presAssocID="{F595E1C5-9C4B-694D-8CF4-6D2DBCC1EC26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4083491-777D-724C-AE47-B1F803EF9E9E}" type="pres">
      <dgm:prSet presAssocID="{F595E1C5-9C4B-694D-8CF4-6D2DBCC1EC26}" presName="desTx" presStyleLbl="revTx" presStyleIdx="0" presStyleCnt="2">
        <dgm:presLayoutVars>
          <dgm:bulletEnabled val="1"/>
        </dgm:presLayoutVars>
      </dgm:prSet>
      <dgm:spPr/>
    </dgm:pt>
    <dgm:pt modelId="{A70B1AB5-68CF-A949-9C72-1D389EC653D3}" type="pres">
      <dgm:prSet presAssocID="{5B88B78D-B42D-9040-AEBD-0782FCD7D3AE}" presName="space" presStyleCnt="0"/>
      <dgm:spPr/>
    </dgm:pt>
    <dgm:pt modelId="{7D7261BA-6DDA-A04A-BEBA-AAC313954542}" type="pres">
      <dgm:prSet presAssocID="{FDB33577-7623-CB4A-80D4-81B896ADB643}" presName="composite" presStyleCnt="0"/>
      <dgm:spPr/>
    </dgm:pt>
    <dgm:pt modelId="{91B442B4-1CD8-0F41-8D63-9646228B83CC}" type="pres">
      <dgm:prSet presAssocID="{FDB33577-7623-CB4A-80D4-81B896ADB643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C1E80CEC-2855-5E45-BB10-6A8102545F2D}" type="pres">
      <dgm:prSet presAssocID="{FDB33577-7623-CB4A-80D4-81B896ADB643}" presName="desTx" presStyleLbl="revTx" presStyleIdx="1" presStyleCnt="2" custScaleX="115292">
        <dgm:presLayoutVars>
          <dgm:bulletEnabled val="1"/>
        </dgm:presLayoutVars>
      </dgm:prSet>
      <dgm:spPr/>
    </dgm:pt>
  </dgm:ptLst>
  <dgm:cxnLst>
    <dgm:cxn modelId="{21408116-0784-E24D-BD6E-32849CCDB0D9}" type="presOf" srcId="{175676BC-7103-D34B-A07E-A2122AC2D12C}" destId="{046A9F6C-AF24-E94E-A5A8-555C97F83CEF}" srcOrd="0" destOrd="0" presId="urn:microsoft.com/office/officeart/2005/8/layout/chevron1"/>
    <dgm:cxn modelId="{1A2C482C-6E4A-AB45-B63E-E9154ABBDC3B}" srcId="{4A743D7A-4EAC-9B47-8067-E44EBCA3FA59}" destId="{175676BC-7103-D34B-A07E-A2122AC2D12C}" srcOrd="0" destOrd="0" parTransId="{CA082F27-8AAA-F944-B360-7274963A5FE8}" sibTransId="{10BC7E3A-FAFC-7740-9E5C-3B6F8758E726}"/>
    <dgm:cxn modelId="{51C5F434-9FDD-D840-B0E4-815895D8CACF}" type="presOf" srcId="{4A743D7A-4EAC-9B47-8067-E44EBCA3FA59}" destId="{DCE2C6D6-DF54-CA47-B42D-5E7EB99E56BE}" srcOrd="0" destOrd="0" presId="urn:microsoft.com/office/officeart/2005/8/layout/chevron1"/>
    <dgm:cxn modelId="{CC248666-E15E-604D-A2E0-81549DAEA382}" type="presOf" srcId="{164F5131-FE38-D74D-8C54-DC1F75C483E8}" destId="{C1E80CEC-2855-5E45-BB10-6A8102545F2D}" srcOrd="0" destOrd="0" presId="urn:microsoft.com/office/officeart/2005/8/layout/chevron1"/>
    <dgm:cxn modelId="{9B53C773-489E-454D-9ED1-596999CFA683}" srcId="{4A743D7A-4EAC-9B47-8067-E44EBCA3FA59}" destId="{FDB33577-7623-CB4A-80D4-81B896ADB643}" srcOrd="2" destOrd="0" parTransId="{C24763FA-ACEC-ED42-8637-2904DF264916}" sibTransId="{231D3BC1-CA3A-8041-B177-FDE4AAD943F2}"/>
    <dgm:cxn modelId="{34458A80-2A72-474E-A166-17F3C44557AF}" srcId="{F595E1C5-9C4B-694D-8CF4-6D2DBCC1EC26}" destId="{792A55A9-E0AA-FA46-9354-7DD7E4494266}" srcOrd="0" destOrd="0" parTransId="{15D0A58A-CA27-6B44-BA6E-11C2DC6159C7}" sibTransId="{7555FE83-AD5E-A441-AE59-05E2CF2A89B7}"/>
    <dgm:cxn modelId="{28EBBD9A-2A47-D944-8424-EC37EA5C11A7}" type="presOf" srcId="{FDB33577-7623-CB4A-80D4-81B896ADB643}" destId="{91B442B4-1CD8-0F41-8D63-9646228B83CC}" srcOrd="0" destOrd="0" presId="urn:microsoft.com/office/officeart/2005/8/layout/chevron1"/>
    <dgm:cxn modelId="{C67EF7A0-6C19-D14B-9FF9-9DE3286BC230}" type="presOf" srcId="{792A55A9-E0AA-FA46-9354-7DD7E4494266}" destId="{04083491-777D-724C-AE47-B1F803EF9E9E}" srcOrd="0" destOrd="0" presId="urn:microsoft.com/office/officeart/2005/8/layout/chevron1"/>
    <dgm:cxn modelId="{3ECB18CD-BF39-4643-9D15-2E50BFEE3921}" srcId="{FDB33577-7623-CB4A-80D4-81B896ADB643}" destId="{164F5131-FE38-D74D-8C54-DC1F75C483E8}" srcOrd="0" destOrd="0" parTransId="{8DD52062-BBED-8B4B-889E-A59C0A622741}" sibTransId="{FB63DFBD-12E1-B348-82D1-5C37AEAF9BD6}"/>
    <dgm:cxn modelId="{752F34DE-AE54-B343-BED3-5FF8AD4D154C}" type="presOf" srcId="{F595E1C5-9C4B-694D-8CF4-6D2DBCC1EC26}" destId="{39134694-C65B-8C41-A372-477AC770D22D}" srcOrd="0" destOrd="0" presId="urn:microsoft.com/office/officeart/2005/8/layout/chevron1"/>
    <dgm:cxn modelId="{0DC103F5-B469-BA44-B575-BD998EDE1A23}" srcId="{4A743D7A-4EAC-9B47-8067-E44EBCA3FA59}" destId="{F595E1C5-9C4B-694D-8CF4-6D2DBCC1EC26}" srcOrd="1" destOrd="0" parTransId="{6AF14BD9-CB96-EC47-9865-E764DD42A31E}" sibTransId="{5B88B78D-B42D-9040-AEBD-0782FCD7D3AE}"/>
    <dgm:cxn modelId="{3EB08B32-BC30-D244-B3BE-E025A0F01274}" type="presParOf" srcId="{DCE2C6D6-DF54-CA47-B42D-5E7EB99E56BE}" destId="{1B7C5B4D-953E-944A-A123-8FCECCF0A52B}" srcOrd="0" destOrd="0" presId="urn:microsoft.com/office/officeart/2005/8/layout/chevron1"/>
    <dgm:cxn modelId="{9DEF1C9C-0A55-9141-BF1A-C1C82BB917E1}" type="presParOf" srcId="{1B7C5B4D-953E-944A-A123-8FCECCF0A52B}" destId="{046A9F6C-AF24-E94E-A5A8-555C97F83CEF}" srcOrd="0" destOrd="0" presId="urn:microsoft.com/office/officeart/2005/8/layout/chevron1"/>
    <dgm:cxn modelId="{3D3E6F79-1478-594A-8675-2D36716CD80A}" type="presParOf" srcId="{1B7C5B4D-953E-944A-A123-8FCECCF0A52B}" destId="{04734DFC-08D9-9844-8103-D42FFC854386}" srcOrd="1" destOrd="0" presId="urn:microsoft.com/office/officeart/2005/8/layout/chevron1"/>
    <dgm:cxn modelId="{4F86BED4-3010-AC4D-A2FF-029E56F1BCB3}" type="presParOf" srcId="{DCE2C6D6-DF54-CA47-B42D-5E7EB99E56BE}" destId="{3318D823-C5C7-684D-B0AD-DE55A8CB5A29}" srcOrd="1" destOrd="0" presId="urn:microsoft.com/office/officeart/2005/8/layout/chevron1"/>
    <dgm:cxn modelId="{E43622F4-23B0-8649-819D-5268F87AA351}" type="presParOf" srcId="{DCE2C6D6-DF54-CA47-B42D-5E7EB99E56BE}" destId="{7A821CEF-8CFE-524E-A229-7AAC8F85EAB4}" srcOrd="2" destOrd="0" presId="urn:microsoft.com/office/officeart/2005/8/layout/chevron1"/>
    <dgm:cxn modelId="{0399696B-D175-2E47-8017-F623AB56E5A9}" type="presParOf" srcId="{7A821CEF-8CFE-524E-A229-7AAC8F85EAB4}" destId="{39134694-C65B-8C41-A372-477AC770D22D}" srcOrd="0" destOrd="0" presId="urn:microsoft.com/office/officeart/2005/8/layout/chevron1"/>
    <dgm:cxn modelId="{D1DB2EF5-8625-594A-81A3-805873FDB2EC}" type="presParOf" srcId="{7A821CEF-8CFE-524E-A229-7AAC8F85EAB4}" destId="{04083491-777D-724C-AE47-B1F803EF9E9E}" srcOrd="1" destOrd="0" presId="urn:microsoft.com/office/officeart/2005/8/layout/chevron1"/>
    <dgm:cxn modelId="{2C44814B-98D8-8F49-9802-3D5755B17D39}" type="presParOf" srcId="{DCE2C6D6-DF54-CA47-B42D-5E7EB99E56BE}" destId="{A70B1AB5-68CF-A949-9C72-1D389EC653D3}" srcOrd="3" destOrd="0" presId="urn:microsoft.com/office/officeart/2005/8/layout/chevron1"/>
    <dgm:cxn modelId="{95FD8AB4-EC59-BE45-85B1-26B369E67412}" type="presParOf" srcId="{DCE2C6D6-DF54-CA47-B42D-5E7EB99E56BE}" destId="{7D7261BA-6DDA-A04A-BEBA-AAC313954542}" srcOrd="4" destOrd="0" presId="urn:microsoft.com/office/officeart/2005/8/layout/chevron1"/>
    <dgm:cxn modelId="{61BF6AFA-A8FF-954C-B83F-D17BF79980AF}" type="presParOf" srcId="{7D7261BA-6DDA-A04A-BEBA-AAC313954542}" destId="{91B442B4-1CD8-0F41-8D63-9646228B83CC}" srcOrd="0" destOrd="0" presId="urn:microsoft.com/office/officeart/2005/8/layout/chevron1"/>
    <dgm:cxn modelId="{ACE2CC0F-5F71-CF42-8BC2-886C89F9170E}" type="presParOf" srcId="{7D7261BA-6DDA-A04A-BEBA-AAC313954542}" destId="{C1E80CEC-2855-5E45-BB10-6A8102545F2D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06882B-C70B-264C-9910-C3F72F5B4C8D}" type="doc">
      <dgm:prSet loTypeId="urn:microsoft.com/office/officeart/2005/8/layout/StepDownProcess" loCatId="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1C4AC3D1-AD3B-D348-9E7A-60841552951E}">
      <dgm:prSet phldrT="[文本]"/>
      <dgm:spPr/>
      <dgm:t>
        <a:bodyPr/>
        <a:lstStyle/>
        <a:p>
          <a:r>
            <a:rPr lang="en-US" altLang="zh-CN" dirty="0"/>
            <a:t>World</a:t>
          </a:r>
          <a:endParaRPr lang="zh-CN" altLang="en-US" dirty="0"/>
        </a:p>
      </dgm:t>
    </dgm:pt>
    <dgm:pt modelId="{1129EFC1-EC01-B040-BEF2-BABCEC69BFC0}" type="parTrans" cxnId="{9C6F839A-CB74-8F45-B973-E5290D4169C0}">
      <dgm:prSet/>
      <dgm:spPr/>
      <dgm:t>
        <a:bodyPr/>
        <a:lstStyle/>
        <a:p>
          <a:endParaRPr lang="zh-CN" altLang="en-US"/>
        </a:p>
      </dgm:t>
    </dgm:pt>
    <dgm:pt modelId="{2D182A6A-7748-7445-9BAA-3A5312AFCD02}" type="sibTrans" cxnId="{9C6F839A-CB74-8F45-B973-E5290D4169C0}">
      <dgm:prSet/>
      <dgm:spPr/>
      <dgm:t>
        <a:bodyPr/>
        <a:lstStyle/>
        <a:p>
          <a:endParaRPr lang="zh-CN" altLang="en-US"/>
        </a:p>
      </dgm:t>
    </dgm:pt>
    <dgm:pt modelId="{6817C8FD-7BF0-CF4C-B176-0BCAEBCD77A7}">
      <dgm:prSet phldrT="[文本]" custT="1"/>
      <dgm:spPr/>
      <dgm:t>
        <a:bodyPr/>
        <a:lstStyle/>
        <a:p>
          <a:r>
            <a:rPr kumimoji="1" lang="zh-CN" altLang="en-US" sz="1800" dirty="0"/>
            <a:t>世界体，最大空间</a:t>
          </a:r>
          <a:endParaRPr lang="zh-CN" altLang="en-US" sz="1800" dirty="0"/>
        </a:p>
      </dgm:t>
    </dgm:pt>
    <dgm:pt modelId="{97FB8928-297F-7A43-8B93-366CCAA77BA6}" type="parTrans" cxnId="{BB430158-44E4-264A-A612-CC5C006FD15E}">
      <dgm:prSet/>
      <dgm:spPr/>
      <dgm:t>
        <a:bodyPr/>
        <a:lstStyle/>
        <a:p>
          <a:endParaRPr lang="zh-CN" altLang="en-US"/>
        </a:p>
      </dgm:t>
    </dgm:pt>
    <dgm:pt modelId="{7821A25E-080B-B247-9570-88C287716DE1}" type="sibTrans" cxnId="{BB430158-44E4-264A-A612-CC5C006FD15E}">
      <dgm:prSet/>
      <dgm:spPr/>
      <dgm:t>
        <a:bodyPr/>
        <a:lstStyle/>
        <a:p>
          <a:endParaRPr lang="zh-CN" altLang="en-US"/>
        </a:p>
      </dgm:t>
    </dgm:pt>
    <dgm:pt modelId="{79FF515A-B64C-9144-BF2C-531A6EC03F95}">
      <dgm:prSet phldrT="[文本]"/>
      <dgm:spPr/>
      <dgm:t>
        <a:bodyPr/>
        <a:lstStyle/>
        <a:p>
          <a:r>
            <a:rPr lang="en-US" altLang="zh-CN" dirty="0"/>
            <a:t>Envelope</a:t>
          </a:r>
          <a:r>
            <a:rPr lang="zh-CN" altLang="en-US" dirty="0"/>
            <a:t> </a:t>
          </a:r>
        </a:p>
      </dgm:t>
    </dgm:pt>
    <dgm:pt modelId="{F67C3DAB-58E8-B041-B178-D8817F7589F4}" type="parTrans" cxnId="{102877EF-3671-EE49-B2B0-1A9A6559E2D6}">
      <dgm:prSet/>
      <dgm:spPr/>
      <dgm:t>
        <a:bodyPr/>
        <a:lstStyle/>
        <a:p>
          <a:endParaRPr lang="zh-CN" altLang="en-US"/>
        </a:p>
      </dgm:t>
    </dgm:pt>
    <dgm:pt modelId="{D6188550-2621-6D40-A21C-864C8CDDEBC6}" type="sibTrans" cxnId="{102877EF-3671-EE49-B2B0-1A9A6559E2D6}">
      <dgm:prSet/>
      <dgm:spPr/>
      <dgm:t>
        <a:bodyPr/>
        <a:lstStyle/>
        <a:p>
          <a:endParaRPr lang="zh-CN" altLang="en-US"/>
        </a:p>
      </dgm:t>
    </dgm:pt>
    <dgm:pt modelId="{0682CAC5-1029-1D43-A61C-C9EC5446ACE2}">
      <dgm:prSet phldrT="[文本]" custT="1"/>
      <dgm:spPr/>
      <dgm:t>
        <a:bodyPr/>
        <a:lstStyle/>
        <a:p>
          <a:r>
            <a:rPr lang="zh-CN" altLang="en-US" sz="1800" dirty="0"/>
            <a:t>世界体内一个更小的盒子</a:t>
          </a:r>
        </a:p>
      </dgm:t>
    </dgm:pt>
    <dgm:pt modelId="{49F73201-6D11-6A4A-9B9D-6D7645362DA4}" type="parTrans" cxnId="{9010CCFC-3FC2-874D-9215-296BD92663F1}">
      <dgm:prSet/>
      <dgm:spPr/>
      <dgm:t>
        <a:bodyPr/>
        <a:lstStyle/>
        <a:p>
          <a:endParaRPr lang="zh-CN" altLang="en-US"/>
        </a:p>
      </dgm:t>
    </dgm:pt>
    <dgm:pt modelId="{FF6A6386-D8AF-1647-84EE-6A299774C803}" type="sibTrans" cxnId="{9010CCFC-3FC2-874D-9215-296BD92663F1}">
      <dgm:prSet/>
      <dgm:spPr/>
      <dgm:t>
        <a:bodyPr/>
        <a:lstStyle/>
        <a:p>
          <a:endParaRPr lang="zh-CN" altLang="en-US"/>
        </a:p>
      </dgm:t>
    </dgm:pt>
    <dgm:pt modelId="{3182B4E4-EB13-DE49-9F39-681281FB59D1}">
      <dgm:prSet phldrT="[文本]"/>
      <dgm:spPr/>
      <dgm:t>
        <a:bodyPr/>
        <a:lstStyle/>
        <a:p>
          <a:r>
            <a:rPr lang="en-US" altLang="zh-CN" dirty="0"/>
            <a:t>Shape</a:t>
          </a:r>
          <a:endParaRPr lang="zh-CN" altLang="en-US" dirty="0"/>
        </a:p>
      </dgm:t>
    </dgm:pt>
    <dgm:pt modelId="{6DC1425B-AF3C-A94A-BB07-CE5456FB4B91}" type="parTrans" cxnId="{D008C26C-E779-7041-BC35-1E4800E26F9C}">
      <dgm:prSet/>
      <dgm:spPr/>
      <dgm:t>
        <a:bodyPr/>
        <a:lstStyle/>
        <a:p>
          <a:endParaRPr lang="zh-CN" altLang="en-US"/>
        </a:p>
      </dgm:t>
    </dgm:pt>
    <dgm:pt modelId="{05278236-4659-744C-8D18-AF7BDD07C97C}" type="sibTrans" cxnId="{D008C26C-E779-7041-BC35-1E4800E26F9C}">
      <dgm:prSet/>
      <dgm:spPr/>
      <dgm:t>
        <a:bodyPr/>
        <a:lstStyle/>
        <a:p>
          <a:endParaRPr lang="zh-CN" altLang="en-US"/>
        </a:p>
      </dgm:t>
    </dgm:pt>
    <dgm:pt modelId="{0A6F6C02-1A8A-C549-85B3-35CA570A41B9}">
      <dgm:prSet phldrT="[文本]" custT="1"/>
      <dgm:spPr/>
      <dgm:t>
        <a:bodyPr/>
        <a:lstStyle/>
        <a:p>
          <a:r>
            <a:rPr lang="zh-CN" altLang="en-US" sz="1800" dirty="0"/>
            <a:t>示例几何</a:t>
          </a:r>
        </a:p>
      </dgm:t>
    </dgm:pt>
    <dgm:pt modelId="{4E6A6B9A-F405-8E42-B385-B06547435F1E}" type="parTrans" cxnId="{4C202BC5-4629-814A-924E-7C5D030FC91C}">
      <dgm:prSet/>
      <dgm:spPr/>
      <dgm:t>
        <a:bodyPr/>
        <a:lstStyle/>
        <a:p>
          <a:endParaRPr lang="zh-CN" altLang="en-US"/>
        </a:p>
      </dgm:t>
    </dgm:pt>
    <dgm:pt modelId="{534CC950-B537-5A46-BEDB-1C12364DBB77}" type="sibTrans" cxnId="{4C202BC5-4629-814A-924E-7C5D030FC91C}">
      <dgm:prSet/>
      <dgm:spPr/>
      <dgm:t>
        <a:bodyPr/>
        <a:lstStyle/>
        <a:p>
          <a:endParaRPr lang="zh-CN" altLang="en-US"/>
        </a:p>
      </dgm:t>
    </dgm:pt>
    <dgm:pt modelId="{00557825-959F-6544-ADD7-2889869C4427}">
      <dgm:prSet phldrT="[文本]" custT="1"/>
      <dgm:spPr/>
      <dgm:t>
        <a:bodyPr/>
        <a:lstStyle/>
        <a:p>
          <a:r>
            <a:rPr lang="zh-CN" altLang="en-US" sz="1800" b="1" dirty="0"/>
            <a:t>主要是一个承载几何、计算尺寸、显示结构的辅助盒子</a:t>
          </a:r>
          <a:endParaRPr lang="zh-CN" altLang="en-US" sz="1800" dirty="0"/>
        </a:p>
      </dgm:t>
    </dgm:pt>
    <dgm:pt modelId="{11E5DD0C-C074-2942-B09A-10961C639492}" type="parTrans" cxnId="{1507C5DD-1009-3945-B3CB-D3228F7194E2}">
      <dgm:prSet/>
      <dgm:spPr/>
      <dgm:t>
        <a:bodyPr/>
        <a:lstStyle/>
        <a:p>
          <a:endParaRPr lang="zh-CN" altLang="en-US"/>
        </a:p>
      </dgm:t>
    </dgm:pt>
    <dgm:pt modelId="{E1AFFCAF-6BF6-0042-BBF7-8ABD53E122D0}" type="sibTrans" cxnId="{1507C5DD-1009-3945-B3CB-D3228F7194E2}">
      <dgm:prSet/>
      <dgm:spPr/>
      <dgm:t>
        <a:bodyPr/>
        <a:lstStyle/>
        <a:p>
          <a:endParaRPr lang="zh-CN" altLang="en-US"/>
        </a:p>
      </dgm:t>
    </dgm:pt>
    <dgm:pt modelId="{7B44BDCD-B1F5-B940-900B-E742116AFFC0}" type="pres">
      <dgm:prSet presAssocID="{BC06882B-C70B-264C-9910-C3F72F5B4C8D}" presName="rootnode" presStyleCnt="0">
        <dgm:presLayoutVars>
          <dgm:chMax/>
          <dgm:chPref/>
          <dgm:dir/>
          <dgm:animLvl val="lvl"/>
        </dgm:presLayoutVars>
      </dgm:prSet>
      <dgm:spPr/>
    </dgm:pt>
    <dgm:pt modelId="{117F7905-AAFF-F14F-B026-64D5D01A1CB4}" type="pres">
      <dgm:prSet presAssocID="{1C4AC3D1-AD3B-D348-9E7A-60841552951E}" presName="composite" presStyleCnt="0"/>
      <dgm:spPr/>
    </dgm:pt>
    <dgm:pt modelId="{3A04F0A2-E4F1-1343-AB7F-8B30E2764FE5}" type="pres">
      <dgm:prSet presAssocID="{1C4AC3D1-AD3B-D348-9E7A-60841552951E}" presName="bentUpArrow1" presStyleLbl="alignImgPlace1" presStyleIdx="0" presStyleCnt="2"/>
      <dgm:spPr/>
    </dgm:pt>
    <dgm:pt modelId="{C06B2436-041E-B849-8A40-65405C58D4A1}" type="pres">
      <dgm:prSet presAssocID="{1C4AC3D1-AD3B-D348-9E7A-60841552951E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662198EB-F371-2547-B8F3-71F81881702A}" type="pres">
      <dgm:prSet presAssocID="{1C4AC3D1-AD3B-D348-9E7A-60841552951E}" presName="ChildText" presStyleLbl="revTx" presStyleIdx="0" presStyleCnt="3" custScaleX="346204" custLinFactX="24149" custLinFactNeighborX="100000" custLinFactNeighborY="3789">
        <dgm:presLayoutVars>
          <dgm:chMax val="0"/>
          <dgm:chPref val="0"/>
          <dgm:bulletEnabled val="1"/>
        </dgm:presLayoutVars>
      </dgm:prSet>
      <dgm:spPr/>
    </dgm:pt>
    <dgm:pt modelId="{C4F2D937-454D-9148-B0BD-4A034334DC14}" type="pres">
      <dgm:prSet presAssocID="{2D182A6A-7748-7445-9BAA-3A5312AFCD02}" presName="sibTrans" presStyleCnt="0"/>
      <dgm:spPr/>
    </dgm:pt>
    <dgm:pt modelId="{382A6FFB-CCB9-0442-A760-A4AC4DC3EA6E}" type="pres">
      <dgm:prSet presAssocID="{79FF515A-B64C-9144-BF2C-531A6EC03F95}" presName="composite" presStyleCnt="0"/>
      <dgm:spPr/>
    </dgm:pt>
    <dgm:pt modelId="{47886F1E-5CF2-3946-99C3-8E1F1C93E38B}" type="pres">
      <dgm:prSet presAssocID="{79FF515A-B64C-9144-BF2C-531A6EC03F95}" presName="bentUpArrow1" presStyleLbl="alignImgPlace1" presStyleIdx="1" presStyleCnt="2" custLinFactNeighborX="-34671"/>
      <dgm:spPr/>
    </dgm:pt>
    <dgm:pt modelId="{2F08F511-9938-4A47-A541-4749186061A1}" type="pres">
      <dgm:prSet presAssocID="{79FF515A-B64C-9144-BF2C-531A6EC03F95}" presName="ParentText" presStyleLbl="node1" presStyleIdx="1" presStyleCnt="3" custLinFactNeighborX="-23447">
        <dgm:presLayoutVars>
          <dgm:chMax val="1"/>
          <dgm:chPref val="1"/>
          <dgm:bulletEnabled val="1"/>
        </dgm:presLayoutVars>
      </dgm:prSet>
      <dgm:spPr/>
    </dgm:pt>
    <dgm:pt modelId="{7749465B-95B4-D049-B8B1-E53902320B71}" type="pres">
      <dgm:prSet presAssocID="{79FF515A-B64C-9144-BF2C-531A6EC03F95}" presName="ChildText" presStyleLbl="revTx" presStyleIdx="1" presStyleCnt="3" custScaleX="326802" custLinFactNeighborX="87558" custLinFactNeighborY="470">
        <dgm:presLayoutVars>
          <dgm:chMax val="0"/>
          <dgm:chPref val="0"/>
          <dgm:bulletEnabled val="1"/>
        </dgm:presLayoutVars>
      </dgm:prSet>
      <dgm:spPr/>
    </dgm:pt>
    <dgm:pt modelId="{01E87C3D-3AFD-D741-9DBC-D76BB2AE1A24}" type="pres">
      <dgm:prSet presAssocID="{D6188550-2621-6D40-A21C-864C8CDDEBC6}" presName="sibTrans" presStyleCnt="0"/>
      <dgm:spPr/>
    </dgm:pt>
    <dgm:pt modelId="{56E02FAD-CF88-6B4C-B1F7-C50741FD0376}" type="pres">
      <dgm:prSet presAssocID="{3182B4E4-EB13-DE49-9F39-681281FB59D1}" presName="composite" presStyleCnt="0"/>
      <dgm:spPr/>
    </dgm:pt>
    <dgm:pt modelId="{216B8AD3-8460-CF48-97AF-FEBA12C00DEB}" type="pres">
      <dgm:prSet presAssocID="{3182B4E4-EB13-DE49-9F39-681281FB59D1}" presName="ParentText" presStyleLbl="node1" presStyleIdx="2" presStyleCnt="3" custLinFactNeighborX="-32200">
        <dgm:presLayoutVars>
          <dgm:chMax val="1"/>
          <dgm:chPref val="1"/>
          <dgm:bulletEnabled val="1"/>
        </dgm:presLayoutVars>
      </dgm:prSet>
      <dgm:spPr/>
    </dgm:pt>
    <dgm:pt modelId="{36471912-E1C3-2B42-91D7-D39DB6DD32E9}" type="pres">
      <dgm:prSet presAssocID="{3182B4E4-EB13-DE49-9F39-681281FB59D1}" presName="FinalChildText" presStyleLbl="revTx" presStyleIdx="2" presStyleCnt="3" custScaleX="181695">
        <dgm:presLayoutVars>
          <dgm:chMax val="0"/>
          <dgm:chPref val="0"/>
          <dgm:bulletEnabled val="1"/>
        </dgm:presLayoutVars>
      </dgm:prSet>
      <dgm:spPr/>
    </dgm:pt>
  </dgm:ptLst>
  <dgm:cxnLst>
    <dgm:cxn modelId="{DF526A46-CDA8-FC46-959D-AEC6CEEAA2C6}" type="presOf" srcId="{00557825-959F-6544-ADD7-2889869C4427}" destId="{7749465B-95B4-D049-B8B1-E53902320B71}" srcOrd="0" destOrd="1" presId="urn:microsoft.com/office/officeart/2005/8/layout/StepDownProcess"/>
    <dgm:cxn modelId="{6E2F3C4A-9B1E-DE4D-8441-7311B1656DC7}" type="presOf" srcId="{1C4AC3D1-AD3B-D348-9E7A-60841552951E}" destId="{C06B2436-041E-B849-8A40-65405C58D4A1}" srcOrd="0" destOrd="0" presId="urn:microsoft.com/office/officeart/2005/8/layout/StepDownProcess"/>
    <dgm:cxn modelId="{625CBE56-0696-6A43-B93E-C0461D6667A5}" type="presOf" srcId="{0A6F6C02-1A8A-C549-85B3-35CA570A41B9}" destId="{36471912-E1C3-2B42-91D7-D39DB6DD32E9}" srcOrd="0" destOrd="0" presId="urn:microsoft.com/office/officeart/2005/8/layout/StepDownProcess"/>
    <dgm:cxn modelId="{BB430158-44E4-264A-A612-CC5C006FD15E}" srcId="{1C4AC3D1-AD3B-D348-9E7A-60841552951E}" destId="{6817C8FD-7BF0-CF4C-B176-0BCAEBCD77A7}" srcOrd="0" destOrd="0" parTransId="{97FB8928-297F-7A43-8B93-366CCAA77BA6}" sibTransId="{7821A25E-080B-B247-9570-88C287716DE1}"/>
    <dgm:cxn modelId="{D008C26C-E779-7041-BC35-1E4800E26F9C}" srcId="{BC06882B-C70B-264C-9910-C3F72F5B4C8D}" destId="{3182B4E4-EB13-DE49-9F39-681281FB59D1}" srcOrd="2" destOrd="0" parTransId="{6DC1425B-AF3C-A94A-BB07-CE5456FB4B91}" sibTransId="{05278236-4659-744C-8D18-AF7BDD07C97C}"/>
    <dgm:cxn modelId="{54857E76-F9C9-504A-B820-56BD4A3E5EF7}" type="presOf" srcId="{3182B4E4-EB13-DE49-9F39-681281FB59D1}" destId="{216B8AD3-8460-CF48-97AF-FEBA12C00DEB}" srcOrd="0" destOrd="0" presId="urn:microsoft.com/office/officeart/2005/8/layout/StepDownProcess"/>
    <dgm:cxn modelId="{9C6F839A-CB74-8F45-B973-E5290D4169C0}" srcId="{BC06882B-C70B-264C-9910-C3F72F5B4C8D}" destId="{1C4AC3D1-AD3B-D348-9E7A-60841552951E}" srcOrd="0" destOrd="0" parTransId="{1129EFC1-EC01-B040-BEF2-BABCEC69BFC0}" sibTransId="{2D182A6A-7748-7445-9BAA-3A5312AFCD02}"/>
    <dgm:cxn modelId="{E2922E9E-FD6C-D040-A48F-D4B85478AA92}" type="presOf" srcId="{79FF515A-B64C-9144-BF2C-531A6EC03F95}" destId="{2F08F511-9938-4A47-A541-4749186061A1}" srcOrd="0" destOrd="0" presId="urn:microsoft.com/office/officeart/2005/8/layout/StepDownProcess"/>
    <dgm:cxn modelId="{3E390BA8-A87D-E045-9BD7-B895C4E5B979}" type="presOf" srcId="{BC06882B-C70B-264C-9910-C3F72F5B4C8D}" destId="{7B44BDCD-B1F5-B940-900B-E742116AFFC0}" srcOrd="0" destOrd="0" presId="urn:microsoft.com/office/officeart/2005/8/layout/StepDownProcess"/>
    <dgm:cxn modelId="{0F78FAB7-03B6-1142-8E26-391F75B5AE87}" type="presOf" srcId="{6817C8FD-7BF0-CF4C-B176-0BCAEBCD77A7}" destId="{662198EB-F371-2547-B8F3-71F81881702A}" srcOrd="0" destOrd="0" presId="urn:microsoft.com/office/officeart/2005/8/layout/StepDownProcess"/>
    <dgm:cxn modelId="{4C202BC5-4629-814A-924E-7C5D030FC91C}" srcId="{3182B4E4-EB13-DE49-9F39-681281FB59D1}" destId="{0A6F6C02-1A8A-C549-85B3-35CA570A41B9}" srcOrd="0" destOrd="0" parTransId="{4E6A6B9A-F405-8E42-B385-B06547435F1E}" sibTransId="{534CC950-B537-5A46-BEDB-1C12364DBB77}"/>
    <dgm:cxn modelId="{731826D1-2F75-0C4E-9110-7DA6FE2370FD}" type="presOf" srcId="{0682CAC5-1029-1D43-A61C-C9EC5446ACE2}" destId="{7749465B-95B4-D049-B8B1-E53902320B71}" srcOrd="0" destOrd="0" presId="urn:microsoft.com/office/officeart/2005/8/layout/StepDownProcess"/>
    <dgm:cxn modelId="{1507C5DD-1009-3945-B3CB-D3228F7194E2}" srcId="{79FF515A-B64C-9144-BF2C-531A6EC03F95}" destId="{00557825-959F-6544-ADD7-2889869C4427}" srcOrd="1" destOrd="0" parTransId="{11E5DD0C-C074-2942-B09A-10961C639492}" sibTransId="{E1AFFCAF-6BF6-0042-BBF7-8ABD53E122D0}"/>
    <dgm:cxn modelId="{102877EF-3671-EE49-B2B0-1A9A6559E2D6}" srcId="{BC06882B-C70B-264C-9910-C3F72F5B4C8D}" destId="{79FF515A-B64C-9144-BF2C-531A6EC03F95}" srcOrd="1" destOrd="0" parTransId="{F67C3DAB-58E8-B041-B178-D8817F7589F4}" sibTransId="{D6188550-2621-6D40-A21C-864C8CDDEBC6}"/>
    <dgm:cxn modelId="{9010CCFC-3FC2-874D-9215-296BD92663F1}" srcId="{79FF515A-B64C-9144-BF2C-531A6EC03F95}" destId="{0682CAC5-1029-1D43-A61C-C9EC5446ACE2}" srcOrd="0" destOrd="0" parTransId="{49F73201-6D11-6A4A-9B9D-6D7645362DA4}" sibTransId="{FF6A6386-D8AF-1647-84EE-6A299774C803}"/>
    <dgm:cxn modelId="{60B8FB63-6815-DE43-B962-BF493C715AD6}" type="presParOf" srcId="{7B44BDCD-B1F5-B940-900B-E742116AFFC0}" destId="{117F7905-AAFF-F14F-B026-64D5D01A1CB4}" srcOrd="0" destOrd="0" presId="urn:microsoft.com/office/officeart/2005/8/layout/StepDownProcess"/>
    <dgm:cxn modelId="{A81EF94E-6284-844D-955A-748D2B974575}" type="presParOf" srcId="{117F7905-AAFF-F14F-B026-64D5D01A1CB4}" destId="{3A04F0A2-E4F1-1343-AB7F-8B30E2764FE5}" srcOrd="0" destOrd="0" presId="urn:microsoft.com/office/officeart/2005/8/layout/StepDownProcess"/>
    <dgm:cxn modelId="{CD556A2A-A5D5-9C43-B874-874C0A27A1CE}" type="presParOf" srcId="{117F7905-AAFF-F14F-B026-64D5D01A1CB4}" destId="{C06B2436-041E-B849-8A40-65405C58D4A1}" srcOrd="1" destOrd="0" presId="urn:microsoft.com/office/officeart/2005/8/layout/StepDownProcess"/>
    <dgm:cxn modelId="{D75B35EA-E49D-D349-B85B-7E857EB3F62B}" type="presParOf" srcId="{117F7905-AAFF-F14F-B026-64D5D01A1CB4}" destId="{662198EB-F371-2547-B8F3-71F81881702A}" srcOrd="2" destOrd="0" presId="urn:microsoft.com/office/officeart/2005/8/layout/StepDownProcess"/>
    <dgm:cxn modelId="{23606BA1-3A7E-6947-A2DF-7D8D68EF1F98}" type="presParOf" srcId="{7B44BDCD-B1F5-B940-900B-E742116AFFC0}" destId="{C4F2D937-454D-9148-B0BD-4A034334DC14}" srcOrd="1" destOrd="0" presId="urn:microsoft.com/office/officeart/2005/8/layout/StepDownProcess"/>
    <dgm:cxn modelId="{D2370C6D-3B22-DE4D-A5DE-0B073314D5E5}" type="presParOf" srcId="{7B44BDCD-B1F5-B940-900B-E742116AFFC0}" destId="{382A6FFB-CCB9-0442-A760-A4AC4DC3EA6E}" srcOrd="2" destOrd="0" presId="urn:microsoft.com/office/officeart/2005/8/layout/StepDownProcess"/>
    <dgm:cxn modelId="{44F36CB5-7908-5342-A785-33B0DFFED278}" type="presParOf" srcId="{382A6FFB-CCB9-0442-A760-A4AC4DC3EA6E}" destId="{47886F1E-5CF2-3946-99C3-8E1F1C93E38B}" srcOrd="0" destOrd="0" presId="urn:microsoft.com/office/officeart/2005/8/layout/StepDownProcess"/>
    <dgm:cxn modelId="{AC4B9422-9CEC-3844-9462-CE385339A96F}" type="presParOf" srcId="{382A6FFB-CCB9-0442-A760-A4AC4DC3EA6E}" destId="{2F08F511-9938-4A47-A541-4749186061A1}" srcOrd="1" destOrd="0" presId="urn:microsoft.com/office/officeart/2005/8/layout/StepDownProcess"/>
    <dgm:cxn modelId="{B22FA247-BF44-CC42-BE22-5A5B422BDE07}" type="presParOf" srcId="{382A6FFB-CCB9-0442-A760-A4AC4DC3EA6E}" destId="{7749465B-95B4-D049-B8B1-E53902320B71}" srcOrd="2" destOrd="0" presId="urn:microsoft.com/office/officeart/2005/8/layout/StepDownProcess"/>
    <dgm:cxn modelId="{ADBFECCD-11D3-7440-B00D-944881CB3F0B}" type="presParOf" srcId="{7B44BDCD-B1F5-B940-900B-E742116AFFC0}" destId="{01E87C3D-3AFD-D741-9DBC-D76BB2AE1A24}" srcOrd="3" destOrd="0" presId="urn:microsoft.com/office/officeart/2005/8/layout/StepDownProcess"/>
    <dgm:cxn modelId="{A340A246-EE6B-8B49-9889-9B37F7BC3D55}" type="presParOf" srcId="{7B44BDCD-B1F5-B940-900B-E742116AFFC0}" destId="{56E02FAD-CF88-6B4C-B1F7-C50741FD0376}" srcOrd="4" destOrd="0" presId="urn:microsoft.com/office/officeart/2005/8/layout/StepDownProcess"/>
    <dgm:cxn modelId="{94A21F16-CB9E-9847-8EDA-6AD750C795CE}" type="presParOf" srcId="{56E02FAD-CF88-6B4C-B1F7-C50741FD0376}" destId="{216B8AD3-8460-CF48-97AF-FEBA12C00DEB}" srcOrd="0" destOrd="0" presId="urn:microsoft.com/office/officeart/2005/8/layout/StepDownProcess"/>
    <dgm:cxn modelId="{B3CDA232-4A57-284D-80F7-29D62A385FE3}" type="presParOf" srcId="{56E02FAD-CF88-6B4C-B1F7-C50741FD0376}" destId="{36471912-E1C3-2B42-91D7-D39DB6DD32E9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743D7A-4EAC-9B47-8067-E44EBCA3FA59}" type="doc">
      <dgm:prSet loTypeId="urn:microsoft.com/office/officeart/2005/8/layout/chevron1" loCatId="" qsTypeId="urn:microsoft.com/office/officeart/2005/8/quickstyle/3d3" qsCatId="3D" csTypeId="urn:microsoft.com/office/officeart/2005/8/colors/colorful1" csCatId="colorful" phldr="1"/>
      <dgm:spPr/>
    </dgm:pt>
    <dgm:pt modelId="{175676BC-7103-D34B-A07E-A2122AC2D12C}">
      <dgm:prSet phldrT="[文本]"/>
      <dgm:spPr/>
      <dgm:t>
        <a:bodyPr/>
        <a:lstStyle/>
        <a:p>
          <a:r>
            <a:rPr lang="zh-CN" altLang="en-US" b="1" dirty="0"/>
            <a:t>头文件</a:t>
          </a:r>
        </a:p>
      </dgm:t>
    </dgm:pt>
    <dgm:pt modelId="{CA082F27-8AAA-F944-B360-7274963A5FE8}" type="parTrans" cxnId="{1A2C482C-6E4A-AB45-B63E-E9154ABBDC3B}">
      <dgm:prSet/>
      <dgm:spPr/>
      <dgm:t>
        <a:bodyPr/>
        <a:lstStyle/>
        <a:p>
          <a:endParaRPr lang="zh-CN" altLang="en-US" b="1"/>
        </a:p>
      </dgm:t>
    </dgm:pt>
    <dgm:pt modelId="{10BC7E3A-FAFC-7740-9E5C-3B6F8758E726}" type="sibTrans" cxnId="{1A2C482C-6E4A-AB45-B63E-E9154ABBDC3B}">
      <dgm:prSet/>
      <dgm:spPr/>
      <dgm:t>
        <a:bodyPr/>
        <a:lstStyle/>
        <a:p>
          <a:endParaRPr lang="zh-CN" altLang="en-US" b="1"/>
        </a:p>
      </dgm:t>
    </dgm:pt>
    <dgm:pt modelId="{F595E1C5-9C4B-694D-8CF4-6D2DBCC1EC26}">
      <dgm:prSet phldrT="[文本]"/>
      <dgm:spPr/>
      <dgm:t>
        <a:bodyPr/>
        <a:lstStyle/>
        <a:p>
          <a:r>
            <a:rPr lang="zh-CN" altLang="en-US" b="1" dirty="0"/>
            <a:t>粒子枪</a:t>
          </a:r>
          <a:endParaRPr lang="en-US" altLang="zh-CN" b="1" dirty="0"/>
        </a:p>
      </dgm:t>
    </dgm:pt>
    <dgm:pt modelId="{6AF14BD9-CB96-EC47-9865-E764DD42A31E}" type="parTrans" cxnId="{0DC103F5-B469-BA44-B575-BD998EDE1A23}">
      <dgm:prSet/>
      <dgm:spPr/>
      <dgm:t>
        <a:bodyPr/>
        <a:lstStyle/>
        <a:p>
          <a:endParaRPr lang="zh-CN" altLang="en-US" b="1"/>
        </a:p>
      </dgm:t>
    </dgm:pt>
    <dgm:pt modelId="{5B88B78D-B42D-9040-AEBD-0782FCD7D3AE}" type="sibTrans" cxnId="{0DC103F5-B469-BA44-B575-BD998EDE1A23}">
      <dgm:prSet/>
      <dgm:spPr/>
      <dgm:t>
        <a:bodyPr/>
        <a:lstStyle/>
        <a:p>
          <a:endParaRPr lang="zh-CN" altLang="en-US" b="1"/>
        </a:p>
      </dgm:t>
    </dgm:pt>
    <dgm:pt modelId="{FDB33577-7623-CB4A-80D4-81B896ADB643}">
      <dgm:prSet phldrT="[文本]"/>
      <dgm:spPr/>
      <dgm:t>
        <a:bodyPr/>
        <a:lstStyle/>
        <a:p>
          <a:r>
            <a:rPr lang="zh-CN" altLang="en-US" b="1" dirty="0"/>
            <a:t>发射粒子</a:t>
          </a:r>
          <a:endParaRPr lang="en-US" altLang="zh-CN" b="1" dirty="0"/>
        </a:p>
      </dgm:t>
    </dgm:pt>
    <dgm:pt modelId="{C24763FA-ACEC-ED42-8637-2904DF264916}" type="parTrans" cxnId="{9B53C773-489E-454D-9ED1-596999CFA683}">
      <dgm:prSet/>
      <dgm:spPr/>
      <dgm:t>
        <a:bodyPr/>
        <a:lstStyle/>
        <a:p>
          <a:endParaRPr lang="zh-CN" altLang="en-US" b="1"/>
        </a:p>
      </dgm:t>
    </dgm:pt>
    <dgm:pt modelId="{231D3BC1-CA3A-8041-B177-FDE4AAD943F2}" type="sibTrans" cxnId="{9B53C773-489E-454D-9ED1-596999CFA683}">
      <dgm:prSet/>
      <dgm:spPr/>
      <dgm:t>
        <a:bodyPr/>
        <a:lstStyle/>
        <a:p>
          <a:endParaRPr lang="zh-CN" altLang="en-US" b="1"/>
        </a:p>
      </dgm:t>
    </dgm:pt>
    <dgm:pt modelId="{792A55A9-E0AA-FA46-9354-7DD7E4494266}">
      <dgm:prSet/>
      <dgm:spPr/>
      <dgm:t>
        <a:bodyPr/>
        <a:lstStyle/>
        <a:p>
          <a:r>
            <a:rPr lang="en-US" altLang="zh-CN" b="1" dirty="0"/>
            <a:t>fParticleGun </a:t>
          </a:r>
          <a:r>
            <a:rPr lang="zh-CN" altLang="en-US" b="1" dirty="0"/>
            <a:t>函数设定粒子源</a:t>
          </a:r>
        </a:p>
      </dgm:t>
    </dgm:pt>
    <dgm:pt modelId="{15D0A58A-CA27-6B44-BA6E-11C2DC6159C7}" type="parTrans" cxnId="{34458A80-2A72-474E-A166-17F3C44557AF}">
      <dgm:prSet/>
      <dgm:spPr/>
      <dgm:t>
        <a:bodyPr/>
        <a:lstStyle/>
        <a:p>
          <a:endParaRPr lang="zh-CN" altLang="en-US" b="1"/>
        </a:p>
      </dgm:t>
    </dgm:pt>
    <dgm:pt modelId="{7555FE83-AD5E-A441-AE59-05E2CF2A89B7}" type="sibTrans" cxnId="{34458A80-2A72-474E-A166-17F3C44557AF}">
      <dgm:prSet/>
      <dgm:spPr/>
      <dgm:t>
        <a:bodyPr/>
        <a:lstStyle/>
        <a:p>
          <a:endParaRPr lang="zh-CN" altLang="en-US" b="1"/>
        </a:p>
      </dgm:t>
    </dgm:pt>
    <dgm:pt modelId="{164F5131-FE38-D74D-8C54-DC1F75C483E8}">
      <dgm:prSet/>
      <dgm:spPr/>
      <dgm:t>
        <a:bodyPr/>
        <a:lstStyle/>
        <a:p>
          <a:r>
            <a:rPr lang="zh-CN" altLang="en-US" b="1" dirty="0"/>
            <a:t>每个</a:t>
          </a:r>
          <a:r>
            <a:rPr lang="en-US" altLang="zh-CN" b="1" dirty="0"/>
            <a:t> event</a:t>
          </a:r>
          <a:r>
            <a:rPr lang="zh-CN" altLang="en-US" b="1" dirty="0"/>
            <a:t>中调用</a:t>
          </a:r>
          <a:r>
            <a:rPr lang="en" altLang="zh-CN" b="1" dirty="0" err="1"/>
            <a:t>GeneratePrimaries</a:t>
          </a:r>
          <a:r>
            <a:rPr lang="zh-CN" altLang="en-US" b="1" dirty="0"/>
            <a:t> </a:t>
          </a:r>
        </a:p>
      </dgm:t>
    </dgm:pt>
    <dgm:pt modelId="{8DD52062-BBED-8B4B-889E-A59C0A622741}" type="parTrans" cxnId="{3ECB18CD-BF39-4643-9D15-2E50BFEE3921}">
      <dgm:prSet/>
      <dgm:spPr/>
      <dgm:t>
        <a:bodyPr/>
        <a:lstStyle/>
        <a:p>
          <a:endParaRPr lang="zh-CN" altLang="en-US" b="1"/>
        </a:p>
      </dgm:t>
    </dgm:pt>
    <dgm:pt modelId="{FB63DFBD-12E1-B348-82D1-5C37AEAF9BD6}" type="sibTrans" cxnId="{3ECB18CD-BF39-4643-9D15-2E50BFEE3921}">
      <dgm:prSet/>
      <dgm:spPr/>
      <dgm:t>
        <a:bodyPr/>
        <a:lstStyle/>
        <a:p>
          <a:endParaRPr lang="zh-CN" altLang="en-US" b="1"/>
        </a:p>
      </dgm:t>
    </dgm:pt>
    <dgm:pt modelId="{DCE2C6D6-DF54-CA47-B42D-5E7EB99E56BE}" type="pres">
      <dgm:prSet presAssocID="{4A743D7A-4EAC-9B47-8067-E44EBCA3FA59}" presName="Name0" presStyleCnt="0">
        <dgm:presLayoutVars>
          <dgm:dir/>
          <dgm:animLvl val="lvl"/>
          <dgm:resizeHandles val="exact"/>
        </dgm:presLayoutVars>
      </dgm:prSet>
      <dgm:spPr/>
    </dgm:pt>
    <dgm:pt modelId="{1B7C5B4D-953E-944A-A123-8FCECCF0A52B}" type="pres">
      <dgm:prSet presAssocID="{175676BC-7103-D34B-A07E-A2122AC2D12C}" presName="composite" presStyleCnt="0"/>
      <dgm:spPr/>
    </dgm:pt>
    <dgm:pt modelId="{046A9F6C-AF24-E94E-A5A8-555C97F83CEF}" type="pres">
      <dgm:prSet presAssocID="{175676BC-7103-D34B-A07E-A2122AC2D12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4734DFC-08D9-9844-8103-D42FFC854386}" type="pres">
      <dgm:prSet presAssocID="{175676BC-7103-D34B-A07E-A2122AC2D12C}" presName="desTx" presStyleLbl="revTx" presStyleIdx="0" presStyleCnt="2">
        <dgm:presLayoutVars>
          <dgm:bulletEnabled val="1"/>
        </dgm:presLayoutVars>
      </dgm:prSet>
      <dgm:spPr/>
    </dgm:pt>
    <dgm:pt modelId="{3318D823-C5C7-684D-B0AD-DE55A8CB5A29}" type="pres">
      <dgm:prSet presAssocID="{10BC7E3A-FAFC-7740-9E5C-3B6F8758E726}" presName="space" presStyleCnt="0"/>
      <dgm:spPr/>
    </dgm:pt>
    <dgm:pt modelId="{7A821CEF-8CFE-524E-A229-7AAC8F85EAB4}" type="pres">
      <dgm:prSet presAssocID="{F595E1C5-9C4B-694D-8CF4-6D2DBCC1EC26}" presName="composite" presStyleCnt="0"/>
      <dgm:spPr/>
    </dgm:pt>
    <dgm:pt modelId="{39134694-C65B-8C41-A372-477AC770D22D}" type="pres">
      <dgm:prSet presAssocID="{F595E1C5-9C4B-694D-8CF4-6D2DBCC1EC26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4083491-777D-724C-AE47-B1F803EF9E9E}" type="pres">
      <dgm:prSet presAssocID="{F595E1C5-9C4B-694D-8CF4-6D2DBCC1EC26}" presName="desTx" presStyleLbl="revTx" presStyleIdx="0" presStyleCnt="2">
        <dgm:presLayoutVars>
          <dgm:bulletEnabled val="1"/>
        </dgm:presLayoutVars>
      </dgm:prSet>
      <dgm:spPr/>
    </dgm:pt>
    <dgm:pt modelId="{A70B1AB5-68CF-A949-9C72-1D389EC653D3}" type="pres">
      <dgm:prSet presAssocID="{5B88B78D-B42D-9040-AEBD-0782FCD7D3AE}" presName="space" presStyleCnt="0"/>
      <dgm:spPr/>
    </dgm:pt>
    <dgm:pt modelId="{7D7261BA-6DDA-A04A-BEBA-AAC313954542}" type="pres">
      <dgm:prSet presAssocID="{FDB33577-7623-CB4A-80D4-81B896ADB643}" presName="composite" presStyleCnt="0"/>
      <dgm:spPr/>
    </dgm:pt>
    <dgm:pt modelId="{91B442B4-1CD8-0F41-8D63-9646228B83CC}" type="pres">
      <dgm:prSet presAssocID="{FDB33577-7623-CB4A-80D4-81B896ADB643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C1E80CEC-2855-5E45-BB10-6A8102545F2D}" type="pres">
      <dgm:prSet presAssocID="{FDB33577-7623-CB4A-80D4-81B896ADB643}" presName="desTx" presStyleLbl="revTx" presStyleIdx="1" presStyleCnt="2" custScaleX="115292">
        <dgm:presLayoutVars>
          <dgm:bulletEnabled val="1"/>
        </dgm:presLayoutVars>
      </dgm:prSet>
      <dgm:spPr/>
    </dgm:pt>
  </dgm:ptLst>
  <dgm:cxnLst>
    <dgm:cxn modelId="{21408116-0784-E24D-BD6E-32849CCDB0D9}" type="presOf" srcId="{175676BC-7103-D34B-A07E-A2122AC2D12C}" destId="{046A9F6C-AF24-E94E-A5A8-555C97F83CEF}" srcOrd="0" destOrd="0" presId="urn:microsoft.com/office/officeart/2005/8/layout/chevron1"/>
    <dgm:cxn modelId="{1A2C482C-6E4A-AB45-B63E-E9154ABBDC3B}" srcId="{4A743D7A-4EAC-9B47-8067-E44EBCA3FA59}" destId="{175676BC-7103-D34B-A07E-A2122AC2D12C}" srcOrd="0" destOrd="0" parTransId="{CA082F27-8AAA-F944-B360-7274963A5FE8}" sibTransId="{10BC7E3A-FAFC-7740-9E5C-3B6F8758E726}"/>
    <dgm:cxn modelId="{51C5F434-9FDD-D840-B0E4-815895D8CACF}" type="presOf" srcId="{4A743D7A-4EAC-9B47-8067-E44EBCA3FA59}" destId="{DCE2C6D6-DF54-CA47-B42D-5E7EB99E56BE}" srcOrd="0" destOrd="0" presId="urn:microsoft.com/office/officeart/2005/8/layout/chevron1"/>
    <dgm:cxn modelId="{CC248666-E15E-604D-A2E0-81549DAEA382}" type="presOf" srcId="{164F5131-FE38-D74D-8C54-DC1F75C483E8}" destId="{C1E80CEC-2855-5E45-BB10-6A8102545F2D}" srcOrd="0" destOrd="0" presId="urn:microsoft.com/office/officeart/2005/8/layout/chevron1"/>
    <dgm:cxn modelId="{9B53C773-489E-454D-9ED1-596999CFA683}" srcId="{4A743D7A-4EAC-9B47-8067-E44EBCA3FA59}" destId="{FDB33577-7623-CB4A-80D4-81B896ADB643}" srcOrd="2" destOrd="0" parTransId="{C24763FA-ACEC-ED42-8637-2904DF264916}" sibTransId="{231D3BC1-CA3A-8041-B177-FDE4AAD943F2}"/>
    <dgm:cxn modelId="{34458A80-2A72-474E-A166-17F3C44557AF}" srcId="{F595E1C5-9C4B-694D-8CF4-6D2DBCC1EC26}" destId="{792A55A9-E0AA-FA46-9354-7DD7E4494266}" srcOrd="0" destOrd="0" parTransId="{15D0A58A-CA27-6B44-BA6E-11C2DC6159C7}" sibTransId="{7555FE83-AD5E-A441-AE59-05E2CF2A89B7}"/>
    <dgm:cxn modelId="{28EBBD9A-2A47-D944-8424-EC37EA5C11A7}" type="presOf" srcId="{FDB33577-7623-CB4A-80D4-81B896ADB643}" destId="{91B442B4-1CD8-0F41-8D63-9646228B83CC}" srcOrd="0" destOrd="0" presId="urn:microsoft.com/office/officeart/2005/8/layout/chevron1"/>
    <dgm:cxn modelId="{C67EF7A0-6C19-D14B-9FF9-9DE3286BC230}" type="presOf" srcId="{792A55A9-E0AA-FA46-9354-7DD7E4494266}" destId="{04083491-777D-724C-AE47-B1F803EF9E9E}" srcOrd="0" destOrd="0" presId="urn:microsoft.com/office/officeart/2005/8/layout/chevron1"/>
    <dgm:cxn modelId="{3ECB18CD-BF39-4643-9D15-2E50BFEE3921}" srcId="{FDB33577-7623-CB4A-80D4-81B896ADB643}" destId="{164F5131-FE38-D74D-8C54-DC1F75C483E8}" srcOrd="0" destOrd="0" parTransId="{8DD52062-BBED-8B4B-889E-A59C0A622741}" sibTransId="{FB63DFBD-12E1-B348-82D1-5C37AEAF9BD6}"/>
    <dgm:cxn modelId="{752F34DE-AE54-B343-BED3-5FF8AD4D154C}" type="presOf" srcId="{F595E1C5-9C4B-694D-8CF4-6D2DBCC1EC26}" destId="{39134694-C65B-8C41-A372-477AC770D22D}" srcOrd="0" destOrd="0" presId="urn:microsoft.com/office/officeart/2005/8/layout/chevron1"/>
    <dgm:cxn modelId="{0DC103F5-B469-BA44-B575-BD998EDE1A23}" srcId="{4A743D7A-4EAC-9B47-8067-E44EBCA3FA59}" destId="{F595E1C5-9C4B-694D-8CF4-6D2DBCC1EC26}" srcOrd="1" destOrd="0" parTransId="{6AF14BD9-CB96-EC47-9865-E764DD42A31E}" sibTransId="{5B88B78D-B42D-9040-AEBD-0782FCD7D3AE}"/>
    <dgm:cxn modelId="{3EB08B32-BC30-D244-B3BE-E025A0F01274}" type="presParOf" srcId="{DCE2C6D6-DF54-CA47-B42D-5E7EB99E56BE}" destId="{1B7C5B4D-953E-944A-A123-8FCECCF0A52B}" srcOrd="0" destOrd="0" presId="urn:microsoft.com/office/officeart/2005/8/layout/chevron1"/>
    <dgm:cxn modelId="{9DEF1C9C-0A55-9141-BF1A-C1C82BB917E1}" type="presParOf" srcId="{1B7C5B4D-953E-944A-A123-8FCECCF0A52B}" destId="{046A9F6C-AF24-E94E-A5A8-555C97F83CEF}" srcOrd="0" destOrd="0" presId="urn:microsoft.com/office/officeart/2005/8/layout/chevron1"/>
    <dgm:cxn modelId="{3D3E6F79-1478-594A-8675-2D36716CD80A}" type="presParOf" srcId="{1B7C5B4D-953E-944A-A123-8FCECCF0A52B}" destId="{04734DFC-08D9-9844-8103-D42FFC854386}" srcOrd="1" destOrd="0" presId="urn:microsoft.com/office/officeart/2005/8/layout/chevron1"/>
    <dgm:cxn modelId="{4F86BED4-3010-AC4D-A2FF-029E56F1BCB3}" type="presParOf" srcId="{DCE2C6D6-DF54-CA47-B42D-5E7EB99E56BE}" destId="{3318D823-C5C7-684D-B0AD-DE55A8CB5A29}" srcOrd="1" destOrd="0" presId="urn:microsoft.com/office/officeart/2005/8/layout/chevron1"/>
    <dgm:cxn modelId="{E43622F4-23B0-8649-819D-5268F87AA351}" type="presParOf" srcId="{DCE2C6D6-DF54-CA47-B42D-5E7EB99E56BE}" destId="{7A821CEF-8CFE-524E-A229-7AAC8F85EAB4}" srcOrd="2" destOrd="0" presId="urn:microsoft.com/office/officeart/2005/8/layout/chevron1"/>
    <dgm:cxn modelId="{0399696B-D175-2E47-8017-F623AB56E5A9}" type="presParOf" srcId="{7A821CEF-8CFE-524E-A229-7AAC8F85EAB4}" destId="{39134694-C65B-8C41-A372-477AC770D22D}" srcOrd="0" destOrd="0" presId="urn:microsoft.com/office/officeart/2005/8/layout/chevron1"/>
    <dgm:cxn modelId="{D1DB2EF5-8625-594A-81A3-805873FDB2EC}" type="presParOf" srcId="{7A821CEF-8CFE-524E-A229-7AAC8F85EAB4}" destId="{04083491-777D-724C-AE47-B1F803EF9E9E}" srcOrd="1" destOrd="0" presId="urn:microsoft.com/office/officeart/2005/8/layout/chevron1"/>
    <dgm:cxn modelId="{2C44814B-98D8-8F49-9802-3D5755B17D39}" type="presParOf" srcId="{DCE2C6D6-DF54-CA47-B42D-5E7EB99E56BE}" destId="{A70B1AB5-68CF-A949-9C72-1D389EC653D3}" srcOrd="3" destOrd="0" presId="urn:microsoft.com/office/officeart/2005/8/layout/chevron1"/>
    <dgm:cxn modelId="{95FD8AB4-EC59-BE45-85B1-26B369E67412}" type="presParOf" srcId="{DCE2C6D6-DF54-CA47-B42D-5E7EB99E56BE}" destId="{7D7261BA-6DDA-A04A-BEBA-AAC313954542}" srcOrd="4" destOrd="0" presId="urn:microsoft.com/office/officeart/2005/8/layout/chevron1"/>
    <dgm:cxn modelId="{61BF6AFA-A8FF-954C-B83F-D17BF79980AF}" type="presParOf" srcId="{7D7261BA-6DDA-A04A-BEBA-AAC313954542}" destId="{91B442B4-1CD8-0F41-8D63-9646228B83CC}" srcOrd="0" destOrd="0" presId="urn:microsoft.com/office/officeart/2005/8/layout/chevron1"/>
    <dgm:cxn modelId="{ACE2CC0F-5F71-CF42-8BC2-886C89F9170E}" type="presParOf" srcId="{7D7261BA-6DDA-A04A-BEBA-AAC313954542}" destId="{C1E80CEC-2855-5E45-BB10-6A8102545F2D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A9F6C-AF24-E94E-A5A8-555C97F83CEF}">
      <dsp:nvSpPr>
        <dsp:cNvPr id="0" name=""/>
        <dsp:cNvSpPr/>
      </dsp:nvSpPr>
      <dsp:spPr>
        <a:xfrm>
          <a:off x="3331" y="632810"/>
          <a:ext cx="2653084" cy="1026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头文件</a:t>
          </a:r>
        </a:p>
      </dsp:txBody>
      <dsp:txXfrm>
        <a:off x="516331" y="632810"/>
        <a:ext cx="1627084" cy="1026000"/>
      </dsp:txXfrm>
    </dsp:sp>
    <dsp:sp modelId="{39134694-C65B-8C41-A372-477AC770D22D}">
      <dsp:nvSpPr>
        <dsp:cNvPr id="0" name=""/>
        <dsp:cNvSpPr/>
      </dsp:nvSpPr>
      <dsp:spPr>
        <a:xfrm>
          <a:off x="2440415" y="632810"/>
          <a:ext cx="2653084" cy="1026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粒子枪</a:t>
          </a:r>
          <a:endParaRPr lang="en-US" altLang="zh-CN" sz="1900" b="1" kern="1200" dirty="0"/>
        </a:p>
      </dsp:txBody>
      <dsp:txXfrm>
        <a:off x="2953415" y="632810"/>
        <a:ext cx="1627084" cy="1026000"/>
      </dsp:txXfrm>
    </dsp:sp>
    <dsp:sp modelId="{04083491-777D-724C-AE47-B1F803EF9E9E}">
      <dsp:nvSpPr>
        <dsp:cNvPr id="0" name=""/>
        <dsp:cNvSpPr/>
      </dsp:nvSpPr>
      <dsp:spPr>
        <a:xfrm>
          <a:off x="2440415" y="1787060"/>
          <a:ext cx="2122467" cy="63931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b="1" kern="1200" dirty="0"/>
            <a:t>fParticleGun </a:t>
          </a:r>
          <a:r>
            <a:rPr lang="zh-CN" altLang="en-US" sz="1900" b="1" kern="1200" dirty="0"/>
            <a:t>函数设定粒子源</a:t>
          </a:r>
        </a:p>
      </dsp:txBody>
      <dsp:txXfrm>
        <a:off x="2440415" y="1787060"/>
        <a:ext cx="2122467" cy="639310"/>
      </dsp:txXfrm>
    </dsp:sp>
    <dsp:sp modelId="{91B442B4-1CD8-0F41-8D63-9646228B83CC}">
      <dsp:nvSpPr>
        <dsp:cNvPr id="0" name=""/>
        <dsp:cNvSpPr/>
      </dsp:nvSpPr>
      <dsp:spPr>
        <a:xfrm>
          <a:off x="5039784" y="632810"/>
          <a:ext cx="2653084" cy="1026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发射粒子</a:t>
          </a:r>
          <a:endParaRPr lang="en-US" altLang="zh-CN" sz="1900" b="1" kern="1200" dirty="0"/>
        </a:p>
      </dsp:txBody>
      <dsp:txXfrm>
        <a:off x="5552784" y="632810"/>
        <a:ext cx="1627084" cy="1026000"/>
      </dsp:txXfrm>
    </dsp:sp>
    <dsp:sp modelId="{C1E80CEC-2855-5E45-BB10-6A8102545F2D}">
      <dsp:nvSpPr>
        <dsp:cNvPr id="0" name=""/>
        <dsp:cNvSpPr/>
      </dsp:nvSpPr>
      <dsp:spPr>
        <a:xfrm>
          <a:off x="4877500" y="1787060"/>
          <a:ext cx="2447035" cy="63931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1" kern="1200" dirty="0"/>
            <a:t>每个</a:t>
          </a:r>
          <a:r>
            <a:rPr lang="en-US" altLang="zh-CN" sz="1900" b="1" kern="1200" dirty="0"/>
            <a:t> event</a:t>
          </a:r>
          <a:r>
            <a:rPr lang="zh-CN" altLang="en-US" sz="1900" b="1" kern="1200" dirty="0"/>
            <a:t>中调用</a:t>
          </a:r>
          <a:r>
            <a:rPr lang="en" altLang="zh-CN" sz="1900" b="1" kern="1200" dirty="0" err="1"/>
            <a:t>GeneratePrimaries</a:t>
          </a:r>
          <a:r>
            <a:rPr lang="zh-CN" altLang="en-US" sz="1900" b="1" kern="1200" dirty="0"/>
            <a:t> </a:t>
          </a:r>
        </a:p>
      </dsp:txBody>
      <dsp:txXfrm>
        <a:off x="4877500" y="1787060"/>
        <a:ext cx="2447035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04F0A2-E4F1-1343-AB7F-8B30E2764FE5}">
      <dsp:nvSpPr>
        <dsp:cNvPr id="0" name=""/>
        <dsp:cNvSpPr/>
      </dsp:nvSpPr>
      <dsp:spPr>
        <a:xfrm rot="5400000">
          <a:off x="397144" y="915010"/>
          <a:ext cx="809248" cy="92130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06B2436-041E-B849-8A40-65405C58D4A1}">
      <dsp:nvSpPr>
        <dsp:cNvPr id="0" name=""/>
        <dsp:cNvSpPr/>
      </dsp:nvSpPr>
      <dsp:spPr>
        <a:xfrm>
          <a:off x="182743" y="17942"/>
          <a:ext cx="1362297" cy="953564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kern="1200" dirty="0"/>
            <a:t>World</a:t>
          </a:r>
          <a:endParaRPr lang="zh-CN" altLang="en-US" sz="2500" kern="1200" dirty="0"/>
        </a:p>
      </dsp:txBody>
      <dsp:txXfrm>
        <a:off x="229301" y="64500"/>
        <a:ext cx="1269181" cy="860448"/>
      </dsp:txXfrm>
    </dsp:sp>
    <dsp:sp modelId="{662198EB-F371-2547-B8F3-71F81881702A}">
      <dsp:nvSpPr>
        <dsp:cNvPr id="0" name=""/>
        <dsp:cNvSpPr/>
      </dsp:nvSpPr>
      <dsp:spPr>
        <a:xfrm>
          <a:off x="1555414" y="138089"/>
          <a:ext cx="3430207" cy="77071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zh-CN" altLang="en-US" sz="1800" kern="1200" dirty="0"/>
            <a:t>世界体，最大空间</a:t>
          </a:r>
          <a:endParaRPr lang="zh-CN" altLang="en-US" sz="1800" kern="1200" dirty="0"/>
        </a:p>
      </dsp:txBody>
      <dsp:txXfrm>
        <a:off x="1555414" y="138089"/>
        <a:ext cx="3430207" cy="770712"/>
      </dsp:txXfrm>
    </dsp:sp>
    <dsp:sp modelId="{47886F1E-5CF2-3946-99C3-8E1F1C93E38B}">
      <dsp:nvSpPr>
        <dsp:cNvPr id="0" name=""/>
        <dsp:cNvSpPr/>
      </dsp:nvSpPr>
      <dsp:spPr>
        <a:xfrm rot="5400000">
          <a:off x="1792666" y="1986177"/>
          <a:ext cx="809248" cy="92130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50000"/>
            <a:hueOff val="5057030"/>
            <a:satOff val="-6941"/>
            <a:lumOff val="11177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F08F511-9938-4A47-A541-4749186061A1}">
      <dsp:nvSpPr>
        <dsp:cNvPr id="0" name=""/>
        <dsp:cNvSpPr/>
      </dsp:nvSpPr>
      <dsp:spPr>
        <a:xfrm>
          <a:off x="1578271" y="1089109"/>
          <a:ext cx="1362297" cy="953564"/>
        </a:xfrm>
        <a:prstGeom prst="roundRect">
          <a:avLst>
            <a:gd name="adj" fmla="val 16670"/>
          </a:avLst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kern="1200" dirty="0"/>
            <a:t>Envelope</a:t>
          </a:r>
          <a:r>
            <a:rPr lang="zh-CN" altLang="en-US" sz="2500" kern="1200" dirty="0"/>
            <a:t> </a:t>
          </a:r>
        </a:p>
      </dsp:txBody>
      <dsp:txXfrm>
        <a:off x="1624829" y="1135667"/>
        <a:ext cx="1269181" cy="860448"/>
      </dsp:txXfrm>
    </dsp:sp>
    <dsp:sp modelId="{7749465B-95B4-D049-B8B1-E53902320B71}">
      <dsp:nvSpPr>
        <dsp:cNvPr id="0" name=""/>
        <dsp:cNvSpPr/>
      </dsp:nvSpPr>
      <dsp:spPr>
        <a:xfrm>
          <a:off x="3003932" y="1183676"/>
          <a:ext cx="3237971" cy="77071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 dirty="0"/>
            <a:t>世界体内一个更小的盒子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b="1" kern="1200" dirty="0"/>
            <a:t>主要是一个承载几何、计算尺寸、显示结构的辅助盒子</a:t>
          </a:r>
          <a:endParaRPr lang="zh-CN" altLang="en-US" sz="1800" kern="1200" dirty="0"/>
        </a:p>
      </dsp:txBody>
      <dsp:txXfrm>
        <a:off x="3003932" y="1183676"/>
        <a:ext cx="3237971" cy="770712"/>
      </dsp:txXfrm>
    </dsp:sp>
    <dsp:sp modelId="{216B8AD3-8460-CF48-97AF-FEBA12C00DEB}">
      <dsp:nvSpPr>
        <dsp:cNvPr id="0" name=""/>
        <dsp:cNvSpPr/>
      </dsp:nvSpPr>
      <dsp:spPr>
        <a:xfrm>
          <a:off x="3173975" y="2160277"/>
          <a:ext cx="1362297" cy="953564"/>
        </a:xfrm>
        <a:prstGeom prst="roundRect">
          <a:avLst>
            <a:gd name="adj" fmla="val 16670"/>
          </a:avLst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500" kern="1200" dirty="0"/>
            <a:t>Shape</a:t>
          </a:r>
          <a:endParaRPr lang="zh-CN" altLang="en-US" sz="2500" kern="1200" dirty="0"/>
        </a:p>
      </dsp:txBody>
      <dsp:txXfrm>
        <a:off x="3220533" y="2206835"/>
        <a:ext cx="1269181" cy="860448"/>
      </dsp:txXfrm>
    </dsp:sp>
    <dsp:sp modelId="{36471912-E1C3-2B42-91D7-D39DB6DD32E9}">
      <dsp:nvSpPr>
        <dsp:cNvPr id="0" name=""/>
        <dsp:cNvSpPr/>
      </dsp:nvSpPr>
      <dsp:spPr>
        <a:xfrm>
          <a:off x="4570213" y="2251221"/>
          <a:ext cx="1800243" cy="77071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800" kern="1200" dirty="0"/>
            <a:t>示例几何</a:t>
          </a:r>
        </a:p>
      </dsp:txBody>
      <dsp:txXfrm>
        <a:off x="4570213" y="2251221"/>
        <a:ext cx="1800243" cy="7707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A9F6C-AF24-E94E-A5A8-555C97F83CEF}">
      <dsp:nvSpPr>
        <dsp:cNvPr id="0" name=""/>
        <dsp:cNvSpPr/>
      </dsp:nvSpPr>
      <dsp:spPr>
        <a:xfrm>
          <a:off x="3331" y="632810"/>
          <a:ext cx="2653084" cy="1026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头文件</a:t>
          </a:r>
        </a:p>
      </dsp:txBody>
      <dsp:txXfrm>
        <a:off x="516331" y="632810"/>
        <a:ext cx="1627084" cy="1026000"/>
      </dsp:txXfrm>
    </dsp:sp>
    <dsp:sp modelId="{39134694-C65B-8C41-A372-477AC770D22D}">
      <dsp:nvSpPr>
        <dsp:cNvPr id="0" name=""/>
        <dsp:cNvSpPr/>
      </dsp:nvSpPr>
      <dsp:spPr>
        <a:xfrm>
          <a:off x="2440415" y="632810"/>
          <a:ext cx="2653084" cy="1026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粒子枪</a:t>
          </a:r>
          <a:endParaRPr lang="en-US" altLang="zh-CN" sz="1900" b="1" kern="1200" dirty="0"/>
        </a:p>
      </dsp:txBody>
      <dsp:txXfrm>
        <a:off x="2953415" y="632810"/>
        <a:ext cx="1627084" cy="1026000"/>
      </dsp:txXfrm>
    </dsp:sp>
    <dsp:sp modelId="{04083491-777D-724C-AE47-B1F803EF9E9E}">
      <dsp:nvSpPr>
        <dsp:cNvPr id="0" name=""/>
        <dsp:cNvSpPr/>
      </dsp:nvSpPr>
      <dsp:spPr>
        <a:xfrm>
          <a:off x="2440415" y="1787060"/>
          <a:ext cx="2122467" cy="63931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b="1" kern="1200" dirty="0"/>
            <a:t>fParticleGun </a:t>
          </a:r>
          <a:r>
            <a:rPr lang="zh-CN" altLang="en-US" sz="1900" b="1" kern="1200" dirty="0"/>
            <a:t>函数设定粒子源</a:t>
          </a:r>
        </a:p>
      </dsp:txBody>
      <dsp:txXfrm>
        <a:off x="2440415" y="1787060"/>
        <a:ext cx="2122467" cy="639310"/>
      </dsp:txXfrm>
    </dsp:sp>
    <dsp:sp modelId="{91B442B4-1CD8-0F41-8D63-9646228B83CC}">
      <dsp:nvSpPr>
        <dsp:cNvPr id="0" name=""/>
        <dsp:cNvSpPr/>
      </dsp:nvSpPr>
      <dsp:spPr>
        <a:xfrm>
          <a:off x="5039784" y="632810"/>
          <a:ext cx="2653084" cy="1026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/>
            <a:t>发射粒子</a:t>
          </a:r>
          <a:endParaRPr lang="en-US" altLang="zh-CN" sz="1900" b="1" kern="1200" dirty="0"/>
        </a:p>
      </dsp:txBody>
      <dsp:txXfrm>
        <a:off x="5552784" y="632810"/>
        <a:ext cx="1627084" cy="1026000"/>
      </dsp:txXfrm>
    </dsp:sp>
    <dsp:sp modelId="{C1E80CEC-2855-5E45-BB10-6A8102545F2D}">
      <dsp:nvSpPr>
        <dsp:cNvPr id="0" name=""/>
        <dsp:cNvSpPr/>
      </dsp:nvSpPr>
      <dsp:spPr>
        <a:xfrm>
          <a:off x="4877500" y="1787060"/>
          <a:ext cx="2447035" cy="63931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1" kern="1200" dirty="0"/>
            <a:t>每个</a:t>
          </a:r>
          <a:r>
            <a:rPr lang="en-US" altLang="zh-CN" sz="1900" b="1" kern="1200" dirty="0"/>
            <a:t> event</a:t>
          </a:r>
          <a:r>
            <a:rPr lang="zh-CN" altLang="en-US" sz="1900" b="1" kern="1200" dirty="0"/>
            <a:t>中调用</a:t>
          </a:r>
          <a:r>
            <a:rPr lang="en" altLang="zh-CN" sz="1900" b="1" kern="1200" dirty="0" err="1"/>
            <a:t>GeneratePrimaries</a:t>
          </a:r>
          <a:r>
            <a:rPr lang="zh-CN" altLang="en-US" sz="1900" b="1" kern="1200" dirty="0"/>
            <a:t> </a:t>
          </a:r>
        </a:p>
      </dsp:txBody>
      <dsp:txXfrm>
        <a:off x="4877500" y="1787060"/>
        <a:ext cx="2447035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2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0 24575,'-26'2'0,"-4"4"0,-1 6 0,2 4 0,0 8 0,3 5 0,-2 7 0,-4 8 0,1 1 0,0 1 0,2 0 0,2 1 0,0 6 0,-4 8 0,-3 11 0,0 3 0,4-5 0,7-11 0,8-11 0,4-5 0,4-5 0,3 0 0,1-4 0,2-2 0,1-2 0,0-2 0,0 1 0,0-1 0,0 0 0,0-3 0,0-3 0,1-2 0,5 1 0,5 5 0,5 7 0,6 5 0,0 2 0,1-3 0,-2-2 0,-3-4 0,0-6 0,-1-3 0,2-4 0,2-1 0,3 1 0,3-1 0,0 2 0,4-3 0,1 0 0,0-2 0,-2-1 0,-1-1 0,-4-4 0,-3 0 0,-1-3 0,0 0 0,3 1 0,2-2 0,0 1 0,0-2 0,-1 0 0,1 0 0,-1 0 0,0 0 0,-1 2 0,1-1 0,4-1 0,2-1 0,-1 2 0,1-2 0,-2 1 0,-4-1 0,-3-2 0,-5 0 0,-5 0 0,-1 0 0,-3 0 0,0 0 0,0 0 0,1 0 0,9 0 0,7 0 0,2-2 0,-2 0 0,-11-1 0,-6 1 0,-5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6:25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24575,'29'0'0,"11"0"0,16 0 0,15 0 0,10 0 0,16 13 0,-4 10 0,-13 8 0,-15 6 0,-24-6 0,-8-1 0,-4 1 0,-4-2 0,-5-3 0,-4-3 0,-7-4 0,-4-3 0,-1-2 0,-1 0 0,2 3 0,0 5 0,1 8 0,1 6 0,2 8 0,-1 5 0,0 2 0,2 2 0,-4-3 0,-1-5 0,-1-9 0,-1-9 0,-1 1 0,2 2 0,-2 8 0,1 6 0,-1 0 0,-2-3 0,0-5 0,0-8 0,0-6 0,0-3 0,0-3 0,0 0 0,0 1 0,-3-1 0,-3 1 0,-11 8 0,-14 15 0,-14 17 0,-14 15 0,-2 1 0,8-9 0,10-13 0,13-15 0,7-11 0,5-7 0,3-5 0,3-4 0,3-5 0,1-2 0,1-2 0,0 0 0,0 0 0,-4 0 0,-3 0 0,-8 0 0,-4 0 0,-3 0 0,4 0 0,6 0 0,6 0 0,7 0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5.6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582 1 24575,'-44'0'0,"-2"0"0,-5 0 0,4 0 0,9 0 0,9 0 0,5 3 0,4 6 0,-3 7 0,-2 9 0,-3 10 0,-4 11 0,-1 2 0,-1 0 0,6-5 0,5-5 0,8-1 0,4 0 0,2-2 0,3-1 0,-1-6 0,3-5 0,1-4 0,2-2 0,1 6 0,0 5 0,0 5 0,0-1 0,0-3 0,0-2 0,3-3 0,5 0 0,5-2 0,5-2 0,1-1 0,1-3 0,2-1 0,4-3 0,1-2 0,2-2 0,1-3 0,-4 0 0,-1-1 0,3 0 0,4 1 0,9 0 0,3 0 0,0 0 0,-5 0 0,-7 0 0,-6-1 0,-4-2 0,-7 2 0,-5-2 0,-6 0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7:48.5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334 7 24575,'64'-4'0,"-2"1"0,5 4 0,-1 13 0,13 31 0,-38-14 0,-3 3 0,-2 3 0,-2 1 0,20 30 0,-25-20 0,-7-7 0,-5-9 0,-5-4 0,-3-5 0,-5 0 0,-2 2 0,0 0 0,-2 3 0,0-4 0,0 0 0,0 2 0,-2 4 0,-5 9 0,-6 2 0,-7-3 0,-4-5 0,1-10 0,-1-2 0,-2-4 0,-4 2 0,-9 0 0,-6-1 0,-7 1 0,2-3 0,1-2 0,6-1 0,5-2 0,1-4 0,3-2 0,3-1 0,2-2 0,3 0 0,0 1 0,1-1 0,-3 1 0,1-1 0,0 1 0,0-1 0,1 0 0,0 0 0,2-2 0,2 0 0,3 0 0,2 0 0,5 0 0,2 0 0,3 0 0,3 0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9:22.881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476 397 16383,'-22'8'0,"-6"11"0,-11 15 0,-4 9 0,0 5 0,3 0 0,3 0 0,2 4 0,0-3 0,5-3 0,5-9 0,6-9 0,4-3 0,3-4 0,3-2 0,1-1 0,0-2 0,1 1 0,1-1 0,0 3 0,2 3 0,2 3 0,0 3 0,2-1 0,0-1 0,0-1 0,0-1 0,3 1 0,5-1 0,6 1 0,8-2 0,3-2 0,4-3 0,2-6 0,1-4 0,2-4 0,7-1 0,1-1 0,6 0 0,2-2 0,1 0 0,4 0 0,1 0 0,-3 0 0,-4 0 0,-8 0 0,-6 0 0,-4 0 0,-2 1 0,-1 1 0,2 3 0,1 0 0,4 1 0,2-1 0,2-1 0,4 1 0,6 0 0,7 1 0,9-3 0,4-1 0,7-2 0,5 0 0,9 0 0,5 0 0,1 0 0,3 0 0,-1 0 0,-47 0 0,0 0 0,2 0 0,0 0 0,1 0 0,0 0 0,4 0 0,1 0 0,0 0 0,1 0 0,0 0 0,0 0 0,2 0 0,-1 0 0,-1 0 0,1 0 0,2 0 0,1 0 0,2 0 0,0 0 0,3 0 0,1 0 0,5 0 0,1 0 0,4 0 0,1 0 0,5 0 0,1 0 0,-1 0 0,1 0 0,-4 0 0,-1-1 0,-4 0 0,-2-1 0,-5-1 0,-2 1 0,-4 0 0,-1 0 0,-3 1 0,-1 0 0,-4 1 0,0 0 0,-3 0 0,1 0 0,-1 0 0,-1 0 0,-1 0 0,0 0 0,-1 0 0,0 0 0,48 0 0,0 0 0,-45-1 0,0-1 0,3-1 0,1-1 0,2-1 0,0-2 0,0 0 0,0-1 0,-2-1 0,-1 1 0,-4-2 0,-2 1 0,44-9 0,-11-1 0,-7 1 0,2-1 0,-1 1 0,2-1 0,-3-2 0,-4-1 0,0-2 0,0 0 0,0 0 0,-2 0 0,-5 0 0,-8 0 0,-8 0 0,-11 2 0,-9-1 0,-8 1 0,-8-1 0,-2-2 0,-4-3 0,-1-2 0,-2 3 0,-2 6 0,-2 6 0,0 5 0,1-1 0,2-4 0,-1-3 0,2-3 0,0 2 0,1 4 0,-2 3 0,1 2 0,-2-2 0,1-5 0,0-3 0,0-2 0,-1-3 0,-1-1 0,-1-3 0,0-3 0,0-4 0,-3 1 0,-5 3 0,-5 4 0,-6 5 0,-4 4 0,-6-2 0,-10 1 0,-7-1 0,-7-3 0,-3 5 0,2 2 0,3 3 0,0 5 0,-3 1 0,-7 0 0,-4 1 0,-3 2 0,-2 2 0,-4 3 0,-3 0 0,-5 0 0,-3-2 0,3-1 0,-4-3 0,0 0 0,2 1 0,-2-1 0,4 2 0,-1-2 0,1-1 0,5 4 0,4 1 0,10 2 0,5 0 0,2 0 0,-2 0 0,-9 0 0,-4 0 0,-7 0 0,-12 0 0,-3 0 0,41 0 0,0 0 0,-1-2 0,0 0 0,0-1 0,0 0 0,-1-2 0,0 1 0,4-2 0,1 2 0,-41-3 0,9 3 0,3 3 0,-2 1 0,-11 0 0,-7 0 0,-1 0 0,5 0 0,12 0 0,9 0 0,8 0 0,1 0 0,3 0 0,-3 0 0,-4 0 0,0 0 0,-4 0 0,-5 0 0,-5 0 0,-1 0 0,1 0 0,7 0 0,9 0 0,7 0 0,6 0 0,5 0 0,0 0 0,-1 0 0,-7 3 0,-4 2 0,-2 4 0,0 3 0,5-2 0,0-2 0,0-1 0,3-3 0,0 1 0,0 1 0,1-3 0,-3 2 0,4-3 0,1 3 0,2 2 0,1 1 0,-5 1 0,-1 1 0,-1 1 0,3-2 0,6 0 0,6 1 0,3 2 0,2 2 0,1 3 0,-2 2 0,0 1 0,0 2 0,2 3 0,1 2 0,0 3 0,0 0 0,1 0 0,0 0 0,2-2 0,3 1 0,1 0 0,-1-2 0,3-1 0,1-3 0,4-1 0,4-1 0,2-1 0,2 1 0,-2-1 0,-5 0 0,8-8 0,-3-4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9:24.380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1 0 16383,'98'0'0,"-30"0"0,7 0 0,-9 0 0,4 0 0,2 0 0,5 0 0,3 0 0,1 0 0,8 0 0,2 0 0,-1 0 0,-4 0 0,-2 0 0,-1 0 0,-8 0 0,-1 0 0,-3 0 0,19 0 0,-7 0 0,-26 0 0,-7 0 0,26 0 0,-23 0 0,-13 0 0,-12 0 0,-7 0 0,-10 0 0,-6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7T10:19:26.013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0 0 16383,'15'0'0,"1"0"0,3 3 0,-1 2 0,-1 5 0,-2 4 0,-3-1 0,-2 0 0,-4-2 0,-4-1 0,-2-1 0,0 1 0,0 0 0,0-2 0,0 1 0,0-2 0,0 3 0,0 4 0,0 13 0,0 9 0,0 5 0,0-1 0,0-8 0,0-5 0,0-5 0,-2-3 0,-2-1 0,-2-4 0,-2-2 0,3-2 0,1-6 0,3-1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13:20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438 590 24575,'27'0'0,"11"0"0,19 0 0,12 0 0,9 0 0,4 0 0,-4 0 0,-5 0 0,-14-5 0,-8-1 0,-6-7 0,-2-5 0,-1-5 0,-2-3 0,-5-1 0,-7 3 0,-6 4 0,-6 4 0,-5 7 0,-5 2 0,-5-1 0,-1-2 0,0-7 0,0-7 0,-3-7 0,-8-7 0,-8-3 0,-9 3 0,-5 4 0,-7 5 0,-9 3 0,-10 1 0,-14 3 0,-5 2 0,-8 5 0,-1 5 0,5 5 0,2 3 0,6 2 0,2 0 0,7 0 0,9 0 0,9 0 0,13 0 0,5 0 0,6 0 0,2 1 0,-1 4 0,1 5 0,0 4 0,1 4 0,3-1 0,0 0 0,2 0 0,0 0 0,2 0 0,3-2 0,-1-2 0,7-6 0,0-3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13:26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1 535 24575,'31'0'0,"20"0"0,30 0 0,-26 0 0,3 0 0,7 0 0,2 0 0,3 0 0,2 0 0,1 0 0,1 0 0,1 0 0,0 0 0,4 0 0,0 0 0,2 0 0,1 0 0,4 0 0,2 0 0,0 0 0,0 0 0,1-1 0,-1-1 0,-1-1 0,-1-2 0,-4 1 0,-1-1 0,-3 1 0,0 0 0,-4 1 0,-1 1 0,-4 2 0,-2 0 0,-5 0 0,-1 0 0,-5 0 0,-1 0 0,-4 0 0,0 0 0,47 0 0,-2 0 0,0 0 0,-2 0 0,-3 0 0,-6 0 0,-8 0 0,-2 0 0,-6 0 0,5 0 0,3 0 0,1 0 0,-2 0 0,-4 0 0,-5 0 0,-7 0 0,-5 0 0,-7 0 0,-5 0 0,-2 0 0,-5 0 0,0 0 0,-2 0 0,-1 0 0,-1 0 0,-2 0 0,-3 0 0,-4 0 0,-4 0 0,-6 0 0,-4-2 0,-5-4 0,-2-9 0,-2-12 0,-3-12 0,-9-12 0,-8 0 0,-8 3 0,-4 8 0,0 8 0,-3 4 0,-3 1 0,-7 0 0,-2 2 0,3 4 0,4 5 0,7 4 0,2 2 0,-2 0 0,-3 3 0,-4 2 0,-1 3 0,4 2 0,6 0 0,6 0 0,5 0 0,2 0 0,3 2 0,0 3 0,3 6 0,1 2 0,1 2 0,3 0 0,0 0 0,0 2 0,0 3 0,0 1 0,0-1 0,2 0 0,0-3 0,2 0 0,0-2 0,1-1 0,0-1 0,2-3 0,0 0 0,0-2 0,0-4 0,0-1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3:13:38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 24575,'40'0'0,"18"0"0,22 0 0,-29 0 0,3 0 0,0 0 0,2 0 0,3 0 0,1 0 0,1 0 0,0 0 0,-3 0 0,-1 0 0,0 0 0,-1 0 0,-5 0 0,-1 0 0,42 0 0,-6 0 0,-5 0 0,-6 0 0,-6 0 0,-4 0 0,-1 0 0,-2 0 0,1 0 0,0 0 0,0 0 0,2 0 0,2 0 0,0 0 0,-5 0 0,-2 0 0,-3 0 0,1 0 0,0 0 0,6 0 0,1 0 0,2 0 0,1 0 0,-4-1 0,2-5 0,-1 0 0,-1-3 0,0 2 0,-2 4 0,-2 0 0,4 1 0,4-2 0,1 1 0,1 0 0,-2 3 0,-3 0 0,-1 0 0,-5 0 0,-1 0 0,-4 0 0,-1 0 0,-3 0 0,0 0 0,0 0 0,-3 0 0,-3 0 0,-4 0 0,-4 0 0,-2 0 0,1 0 0,1 0 0,4 0 0,4 0 0,-3 0 0,0 0 0,-2 0 0,-2 0 0,2 0 0,0 0 0,1 0 0,3 0 0,-1 0 0,1 0 0,1 0 0,5 0 0,5 0 0,5 0 0,5 0 0,0 0 0,-3 0 0,-7 0 0,-8 2 0,-6 1 0,-1 0 0,-2 1 0,-2-2 0,-1 3 0,-2-1 0,-2-1 0,-4 1 0,0-2 0,-3 0 0,-2 2 0,-1-1 0,-3-1 0,0 0 0,0 0 0,3 2 0,2 0 0,2 1 0,-1-1 0,-3 1 0,-2-1 0,-1-1 0,0-1 0,-2-1 0,-2 1 0,-4 1 0,-5-2 0,-1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4:44:35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1 24575,'25'2'0,"5"10"0,14 21 0,9 22 0,5 23 0,-27-35 0,-2 2 0,-3-1 0,-2 0 0,21 38 0,-8-9 0,-8-4 0,-1-5 0,-7 3 0,-1 2 0,-4 5 0,1 8 0,2 7 0,-2 8 0,-1 1 0,-3 0 0,-5-3 0,-1-9 0,-1 0 0,1-1 0,1 9 0,-4-43 0,-1 1 0,-1 0 0,-1 0 0,-1 0 0,0-1 0,0 39 0,0-6 0,0-1 0,0 6 0,0 10 0,0-2 0,0-4 0,0-7 0,-1-13 0,-6-7 0,-6-8 0,-10-4 0,-7 1 0,-3-5 0,-3-3 0,2-7 0,-2-6 0,1-6 0,4-5 0,-1-2 0,2-1 0,2-2 0,-3-3 0,1-3 0,-1-1 0,0 2 0,-1 1 0,0 2 0,4-3 0,3-3 0,4-3 0,3-4 0,-13-1-1696,-10-2 0,14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4:44:38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964 1 24575,'-33'2'0,"-15"22"0,-17 23 0,23-10 0,-1 4 0,1 6 0,1 2 0,0 2 0,1 2 0,4-1 0,3 1 0,4-3 0,3 1 0,2-1 0,2 2 0,1 1 0,2 3 0,-1 6 0,1 2 0,-1 11 0,2 3 0,-2 10 0,0 3 0,2 1 0,0 2 0,0 1 0,-1-1 0,1-8 0,1-2 0,1-8 0,2-2 0,1-3 0,0-3 0,2-9 0,1-2 0,1-5 0,0-1 0,-8 40 0,5-9 0,5 0 0,4 0 0,3 5 0,0 1 0,0 4 0,6 1 0,11 0 0,-3-44 0,2 0 0,4 1 0,1 0 0,3 0 0,0 0 0,0-1 0,1 0 0,0-4 0,-1 0 0,24 38 0,-2-10 0,-1-10 0,-5-8 0,-2-12 0,-4-9 0,-5-8 0,0-6 0,2 0 0,6 2 0,6-1 0,3-2 0,-3-7 0,0-5 0,2-4 0,3-3 0,-2 0 0,-3 0 0,-11 0 0,-8 0 0,-7 1 0,-7 1 0,-10 0 0,-3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4:48:42.1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1167 289 24575,'-32'0'0,"-18"0"0,-35 0 0,33 0 0,-3 0 0,-9 0 0,-2 0 0,-2 0 0,1 0 0,5 0 0,1 0 0,2 0 0,2 0 0,-44 8 0,16 8 0,14 6 0,18 3 0,21-4 0,12-4 0,10-2 0,3-2 0,3 0 0,1 7 0,1 11 0,2 12 0,4 16 0,20 19 0,-2-32 0,5 2 0,10 6 0,4 0 0,5 3 0,3-2 0,0-1 0,2-1 0,-3-6 0,0-3 0,-3-6 0,1-2 0,-3-3 0,1-3 0,40 21 0,-4-8 0,0-8 0,-1-5 0,1-4 0,8-1 0,2-3 0,0-5 0,-1-5 0,2-5 0,-40-5 0,1-1 0,9-1 0,1 0 0,9 0 0,1 0 0,3 0 0,1 0 0,-1 0 0,-1 0 0,0 0 0,-1 0 0,0 0 0,0 0 0,2 0 0,0 0 0,3 0 0,0 0 0,4-1 0,0-2 0,-2-1 0,0 0 0,-6-2 0,-2 0 0,-7 0 0,-5 0 0,35-2 0,-17 2 0,-15 3 0,-10-2 0,-6-1 0,-9 0 0,-4-2 0,-5 2 0,-6 0 0,-4-1 0,-6 0 0,-2-2 0,0-2 0,4-3 0,3-3 0,1-1 0,-2-1 0,0 1 0,-3-1 0,0 1 0,0 0 0,-1-2 0,0 0 0,0-3 0,-2 0 0,0 3 0,-4 2 0,0 2 0,2-5 0,1-5 0,4-3 0,-2 4 0,-2 5 0,-1 2 0,-2 2 0,1-3 0,-2 2 0,1 2 0,-3 2 0,-2 3 0,0-1 0,-1-4 0,-1-6 0,0-11 0,0-10 0,-2-11 0,-9-12 0,-16-9 0,-15-5 0,-10 1 0,-6 4 0,-2 6 0,-4 11 0,-2 10 0,-3 7 0,-6 7 0,-5 2 0,-4 2 0,0 4 0,-6 6 0,0 4 0,-6 1 0,-4 2 0,-1 2 0,48 6 0,0 1 0,-49 0 0,6 2 0,1 1 0,42 0 0,-2 0 0,-6 0 0,-2 0 0,-5 0 0,-1 0 0,0 0 0,1 0 0,9 0 0,3 0 0,-39 0 0,18 0 0,11 0 0,2 0 0,-5 0 0,-1 0 0,-2 0 0,-1 0 0,2 0 0,-5 0 0,-3 1 0,0 3 0,6 1 0,11 1 0,15 0 0,13-1 0,9-1 0,11 1 0,1-1 0,9 0 0,0-2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5:10:00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531 0 24575,'-38'0'0,"-1"0"0,-5 0 0,0 0 0,-2 2 0,3 8 0,3 8 0,5 9 0,6 2 0,4-1 0,4 3 0,3 3 0,-1 5 0,0 3 0,0-1 0,2-2 0,5-4 0,2-2 0,4-1 0,2-2 0,2-2 0,1 0 0,1 2 0,0 5 0,0 1 0,2 1 0,4-1 0,4-4 0,3-3 0,2-3 0,0 0 0,0-1 0,-1-5 0,3-3 0,-1-6 0,4-2 0,6-1 0,7-2 0,6-2 0,3-1 0,0-2 0,-2-1 0,1 0 0,-2 0 0,-4 0 0,-3 0 0,-7 0 0,-5 0 0,-4 0 0,-5 1 0,-5-1 0,-4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5:10:02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0 24575,'-15'0'0,"-6"0"0,-4 3 0,-8 8 0,-2 8 0,-1 9 0,3 5 0,5 0 0,4-2 0,5-2 0,4-1 0,1 1 0,3-1 0,1-3 0,2-4 0,3-3 0,1 1 0,2-1 0,2 0 0,0 1 0,0-1 0,0-2 0,0-2 0,3-3 0,6-2 0,8 0 0,7-2 0,4 0 0,4-4 0,1-1 0,9-1 0,7-1 0,4 0 0,5 0 0,-7 0 0,-5 0 0,-4 0 0,-2 0 0,-2 0 0,-7 0 0,-4 0 0,-16 0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FB559-A418-49ED-BB88-3C7BEC7A284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E52E8F-1F23-4F97-90BC-A628BC94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029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8077200" cy="50292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CN"/>
              <a:t>7/25/2014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9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1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customXml" Target="../ink/ink15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863C528-BCF7-0583-4D44-5F1511D6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524000"/>
            <a:ext cx="6553200" cy="1470025"/>
          </a:xfrm>
        </p:spPr>
        <p:txBody>
          <a:bodyPr/>
          <a:lstStyle/>
          <a:p>
            <a:r>
              <a:rPr kumimoji="1" lang="en-US" altLang="zh-CN" dirty="0"/>
              <a:t>Geant4</a:t>
            </a:r>
            <a:r>
              <a:rPr kumimoji="1" lang="zh-CN" altLang="en-US" dirty="0"/>
              <a:t> 案例</a:t>
            </a:r>
            <a:r>
              <a:rPr kumimoji="1" lang="en-US" altLang="zh-CN" dirty="0"/>
              <a:t> B1/</a:t>
            </a:r>
            <a:r>
              <a:rPr kumimoji="1" lang="en-US" altLang="zh-CN" dirty="0" err="1"/>
              <a:t>src</a:t>
            </a:r>
            <a:r>
              <a:rPr kumimoji="1" lang="en-US" altLang="zh-CN" dirty="0"/>
              <a:t>/</a:t>
            </a:r>
            <a:r>
              <a:rPr kumimoji="1" lang="zh-CN" altLang="en-US" dirty="0"/>
              <a:t>**</a:t>
            </a:r>
            <a:r>
              <a:rPr kumimoji="1" lang="en-US" altLang="zh-CN" dirty="0"/>
              <a:t>.CC </a:t>
            </a:r>
            <a:r>
              <a:rPr kumimoji="1" lang="zh-CN" altLang="en-US" dirty="0"/>
              <a:t>文件功能解读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90FA4F-4C67-1E49-5366-E8553FD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8" y="3733800"/>
            <a:ext cx="8533163" cy="8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7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F426A-DC92-C954-DC7B-7D521B80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学习目标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CE1411-1E0F-BB57-839E-CBEBE27F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84BF74-13C0-9D0B-581D-96CAFCC297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305800" cy="50292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1. </a:t>
            </a:r>
            <a:r>
              <a:rPr lang="zh-CN" altLang="en-US" b="1" dirty="0"/>
              <a:t>知识目标</a:t>
            </a:r>
          </a:p>
          <a:p>
            <a:r>
              <a:rPr lang="zh-CN" altLang="en-US" dirty="0"/>
              <a:t>认识 </a:t>
            </a:r>
            <a:r>
              <a:rPr lang="en" altLang="zh-CN" dirty="0"/>
              <a:t>Geant4 B1 </a:t>
            </a:r>
            <a:r>
              <a:rPr lang="zh-CN" altLang="en-US" dirty="0"/>
              <a:t>示例中各个 </a:t>
            </a:r>
            <a:r>
              <a:rPr lang="en-US" altLang="zh-CN" dirty="0"/>
              <a:t>.</a:t>
            </a:r>
            <a:r>
              <a:rPr lang="en" altLang="zh-CN" dirty="0"/>
              <a:t>cc </a:t>
            </a:r>
            <a:r>
              <a:rPr lang="zh-CN" altLang="en-US" dirty="0"/>
              <a:t>文件的功能</a:t>
            </a:r>
          </a:p>
          <a:p>
            <a:r>
              <a:rPr lang="zh-CN" altLang="en-US" dirty="0"/>
              <a:t>能将每个 </a:t>
            </a:r>
            <a:r>
              <a:rPr lang="en-US" altLang="zh-CN" dirty="0"/>
              <a:t>.</a:t>
            </a:r>
            <a:r>
              <a:rPr lang="en" altLang="zh-CN" dirty="0"/>
              <a:t>cc </a:t>
            </a:r>
            <a:r>
              <a:rPr lang="zh-CN" altLang="en-US" dirty="0"/>
              <a:t>文件与 </a:t>
            </a:r>
            <a:r>
              <a:rPr lang="en" altLang="zh-CN" dirty="0"/>
              <a:t>Geant4 </a:t>
            </a:r>
            <a:r>
              <a:rPr lang="zh-CN" altLang="en-US" dirty="0"/>
              <a:t>架构模块对应起来</a:t>
            </a:r>
          </a:p>
          <a:p>
            <a:r>
              <a:rPr lang="zh-CN" altLang="en-US" dirty="0"/>
              <a:t>建立对“</a:t>
            </a:r>
            <a:r>
              <a:rPr lang="en" altLang="zh-CN" dirty="0"/>
              <a:t>User Action </a:t>
            </a:r>
            <a:r>
              <a:rPr lang="zh-CN" altLang="en-US" dirty="0"/>
              <a:t>体系”的整体理解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技能目标</a:t>
            </a:r>
          </a:p>
          <a:p>
            <a:r>
              <a:rPr lang="zh-CN" altLang="en-US" dirty="0"/>
              <a:t>能阅读 </a:t>
            </a:r>
            <a:r>
              <a:rPr lang="en" altLang="zh-CN" dirty="0"/>
              <a:t>B1 </a:t>
            </a:r>
            <a:r>
              <a:rPr lang="zh-CN" altLang="en-US" dirty="0"/>
              <a:t>示例代码的基本结构</a:t>
            </a:r>
          </a:p>
          <a:p>
            <a:r>
              <a:rPr lang="zh-CN" altLang="en-US" dirty="0"/>
              <a:t>能理解 </a:t>
            </a:r>
            <a:r>
              <a:rPr lang="en" altLang="zh-CN" dirty="0"/>
              <a:t>main() </a:t>
            </a:r>
            <a:r>
              <a:rPr lang="zh-CN" altLang="en-US" dirty="0"/>
              <a:t>如何调用这些 </a:t>
            </a:r>
            <a:r>
              <a:rPr lang="en-US" altLang="zh-CN" dirty="0"/>
              <a:t>.</a:t>
            </a:r>
            <a:r>
              <a:rPr lang="en" altLang="zh-CN" dirty="0"/>
              <a:t>cc </a:t>
            </a:r>
            <a:r>
              <a:rPr lang="zh-CN" altLang="en-US" dirty="0"/>
              <a:t>文件</a:t>
            </a:r>
          </a:p>
          <a:p>
            <a:r>
              <a:rPr lang="zh-CN" altLang="en-US" dirty="0"/>
              <a:t>为后续扩展模拟（修改几何、粒子源）打基础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18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DA049-8C39-193D-3AD2-B40092C4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 err="1"/>
              <a:t>PrimaryGeneratorAction.cc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99AD4-F8A2-9417-6E8C-00E29CD86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定义入射粒子（粒子源），在每个</a:t>
            </a:r>
            <a:r>
              <a:rPr lang="en-US" altLang="zh-CN" dirty="0">
                <a:solidFill>
                  <a:schemeClr val="tx1"/>
                </a:solidFill>
              </a:rPr>
              <a:t> Event </a:t>
            </a:r>
            <a:r>
              <a:rPr lang="zh-CN" altLang="en-US" dirty="0">
                <a:solidFill>
                  <a:schemeClr val="tx1"/>
                </a:solidFill>
              </a:rPr>
              <a:t>中发射粒子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838F5B-7AB8-A5E3-9E69-EC4A9229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5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6F16B-F7D5-6A74-5F9A-F2C5557C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函数功能及逻辑结构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B33AE0-9C0F-65C9-4335-53BECFC8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39A061-C1A9-6C06-520B-A687E0225A37}"/>
              </a:ext>
            </a:extLst>
          </p:cNvPr>
          <p:cNvSpPr txBox="1"/>
          <p:nvPr/>
        </p:nvSpPr>
        <p:spPr>
          <a:xfrm>
            <a:off x="495300" y="1130505"/>
            <a:ext cx="8305800" cy="170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B050"/>
                </a:solidFill>
              </a:rPr>
              <a:t>创建粒子源</a:t>
            </a:r>
            <a:r>
              <a:rPr lang="zh-CN" altLang="en-US" sz="2400" dirty="0"/>
              <a:t>：设置粒子类型、能量、初始位置与动量方向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B050"/>
                </a:solidFill>
              </a:rPr>
              <a:t>生成粒子</a:t>
            </a:r>
            <a:r>
              <a:rPr lang="zh-CN" altLang="en-US" sz="2400" dirty="0"/>
              <a:t>：</a:t>
            </a:r>
            <a:r>
              <a:rPr lang="en-US" altLang="zh-CN" sz="2400" dirty="0"/>
              <a:t>Geant4 </a:t>
            </a:r>
            <a:r>
              <a:rPr lang="zh-CN" altLang="en-US" sz="2400" dirty="0"/>
              <a:t>的</a:t>
            </a:r>
            <a:r>
              <a:rPr lang="en" altLang="zh-CN" sz="2400" dirty="0" err="1"/>
              <a:t>RunManager</a:t>
            </a:r>
            <a:r>
              <a:rPr lang="en" altLang="zh-CN" sz="2400" dirty="0"/>
              <a:t> </a:t>
            </a:r>
            <a:r>
              <a:rPr lang="zh-CN" altLang="en-US" sz="2400" dirty="0"/>
              <a:t>在每个事件都会调用 </a:t>
            </a:r>
            <a:r>
              <a:rPr lang="en" altLang="zh-CN" sz="2400" dirty="0" err="1"/>
              <a:t>GeneratePrimaries</a:t>
            </a:r>
            <a:r>
              <a:rPr lang="zh-CN" altLang="en-US" sz="2400" dirty="0"/>
              <a:t> </a:t>
            </a:r>
            <a:r>
              <a:rPr lang="en" altLang="zh-CN" sz="2400" dirty="0"/>
              <a:t>(</a:t>
            </a:r>
            <a:r>
              <a:rPr lang="zh-CN" altLang="en-US" sz="2400" dirty="0"/>
              <a:t> </a:t>
            </a:r>
            <a:r>
              <a:rPr lang="en" altLang="zh-CN" sz="2400" dirty="0"/>
              <a:t>)</a:t>
            </a:r>
            <a:r>
              <a:rPr lang="zh-CN" altLang="en" sz="2400" dirty="0"/>
              <a:t>函数</a:t>
            </a:r>
            <a:r>
              <a:rPr lang="zh-CN" altLang="en-US" sz="2400" dirty="0"/>
              <a:t>，把粒子打入几何场景</a:t>
            </a:r>
            <a:endParaRPr lang="en" altLang="zh-CN" sz="2400" dirty="0"/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DF1BB032-AF1F-0FBF-290D-A58E692413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5785374"/>
              </p:ext>
            </p:extLst>
          </p:nvPr>
        </p:nvGraphicFramePr>
        <p:xfrm>
          <a:off x="762000" y="3505200"/>
          <a:ext cx="7696200" cy="3059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41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CC88B3-0711-D947-BF92-DEAB91B2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19B764-0E58-427B-079F-F5EF2285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392"/>
          <a:stretch>
            <a:fillRect/>
          </a:stretch>
        </p:blipFill>
        <p:spPr>
          <a:xfrm>
            <a:off x="603504" y="1828800"/>
            <a:ext cx="7772400" cy="2590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13BE1E5-BED0-B0D7-8EEB-5FE65E32C7F2}"/>
              </a:ext>
            </a:extLst>
          </p:cNvPr>
          <p:cNvSpPr txBox="1"/>
          <p:nvPr/>
        </p:nvSpPr>
        <p:spPr>
          <a:xfrm>
            <a:off x="3810000" y="1905000"/>
            <a:ext cx="237757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派生类</a:t>
            </a:r>
            <a:r>
              <a:rPr kumimoji="1" lang="en-US" altLang="zh-CN" dirty="0">
                <a:solidFill>
                  <a:srgbClr val="FF0000"/>
                </a:solidFill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</a:rPr>
              <a:t>自定义头文件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6443C98-8399-F625-49B9-5146FAD95768}"/>
                  </a:ext>
                </a:extLst>
              </p14:cNvPr>
              <p14:cNvContentPartPr/>
              <p14:nvPr/>
            </p14:nvContentPartPr>
            <p14:xfrm>
              <a:off x="507772" y="2331459"/>
              <a:ext cx="424440" cy="6249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86443C98-8399-F625-49B9-5146FAD957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772" y="2313459"/>
                <a:ext cx="46008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16D8267-0F8C-7978-1E85-0ECB6ABA8551}"/>
                  </a:ext>
                </a:extLst>
              </p14:cNvPr>
              <p14:cNvContentPartPr/>
              <p14:nvPr/>
            </p14:nvContentPartPr>
            <p14:xfrm>
              <a:off x="3365452" y="2365299"/>
              <a:ext cx="319320" cy="61164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16D8267-0F8C-7978-1E85-0ECB6ABA85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7452" y="2347299"/>
                <a:ext cx="354960" cy="6472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50F55AF-F4D1-DD57-3858-96610319AFFB}"/>
              </a:ext>
            </a:extLst>
          </p:cNvPr>
          <p:cNvSpPr txBox="1"/>
          <p:nvPr/>
        </p:nvSpPr>
        <p:spPr>
          <a:xfrm>
            <a:off x="3836504" y="2486453"/>
            <a:ext cx="3762568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用于检索读取体积，用于几何</a:t>
            </a:r>
            <a:r>
              <a:rPr kumimoji="1" lang="en-US" altLang="zh-CN" dirty="0">
                <a:solidFill>
                  <a:srgbClr val="FF0000"/>
                </a:solidFill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</a:rPr>
              <a:t>储存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64DA3445-B1E1-11BC-776D-5CA78E50C38B}"/>
                  </a:ext>
                </a:extLst>
              </p14:cNvPr>
              <p14:cNvContentPartPr/>
              <p14:nvPr/>
            </p14:nvContentPartPr>
            <p14:xfrm>
              <a:off x="468172" y="3003579"/>
              <a:ext cx="218520" cy="34128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64DA3445-B1E1-11BC-776D-5CA78E50C3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532" y="2967939"/>
                <a:ext cx="2901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467AE61E-275E-702E-8EDB-8B1D30719A71}"/>
                  </a:ext>
                </a:extLst>
              </p14:cNvPr>
              <p14:cNvContentPartPr/>
              <p14:nvPr/>
            </p14:nvContentPartPr>
            <p14:xfrm>
              <a:off x="3092264" y="2970485"/>
              <a:ext cx="350280" cy="369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467AE61E-275E-702E-8EDB-8B1D30719A7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56264" y="2934485"/>
                <a:ext cx="421920" cy="441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DDFEF21-CD46-5CA6-CC8B-53DF43C69F93}"/>
              </a:ext>
            </a:extLst>
          </p:cNvPr>
          <p:cNvSpPr txBox="1"/>
          <p:nvPr/>
        </p:nvSpPr>
        <p:spPr>
          <a:xfrm>
            <a:off x="3810000" y="2991706"/>
            <a:ext cx="3762568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用于粒子产生：粒子枪、粒子库表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E4A962-C3AA-C275-8C1A-5E5E4246027B}"/>
              </a:ext>
            </a:extLst>
          </p:cNvPr>
          <p:cNvSpPr txBox="1"/>
          <p:nvPr/>
        </p:nvSpPr>
        <p:spPr>
          <a:xfrm>
            <a:off x="3810000" y="3428309"/>
            <a:ext cx="157607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单位与随机数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8BF5D69-00A5-88C6-3FCE-ECF78398D276}"/>
              </a:ext>
            </a:extLst>
          </p:cNvPr>
          <p:cNvGrpSpPr/>
          <p:nvPr/>
        </p:nvGrpSpPr>
        <p:grpSpPr>
          <a:xfrm>
            <a:off x="493732" y="3327579"/>
            <a:ext cx="3336120" cy="504360"/>
            <a:chOff x="493732" y="2336979"/>
            <a:chExt cx="3336120" cy="504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45BF1E41-12C2-8074-9199-987AF5D6B732}"/>
                    </a:ext>
                  </a:extLst>
                </p14:cNvPr>
                <p14:cNvContentPartPr/>
                <p14:nvPr/>
              </p14:nvContentPartPr>
              <p14:xfrm>
                <a:off x="493732" y="2336979"/>
                <a:ext cx="2603880" cy="504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45BF1E41-12C2-8074-9199-987AF5D6B7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5092" y="2283339"/>
                  <a:ext cx="2621520" cy="6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5D81DAFB-8BBA-3900-0A2F-5A6CE8CD42F9}"/>
                    </a:ext>
                  </a:extLst>
                </p14:cNvPr>
                <p14:cNvContentPartPr/>
                <p14:nvPr/>
              </p14:nvContentPartPr>
              <p14:xfrm>
                <a:off x="3129652" y="2653059"/>
                <a:ext cx="700200" cy="36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5D81DAFB-8BBA-3900-0A2F-5A6CE8CD42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21012" y="2599059"/>
                  <a:ext cx="717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F278A82-2ED8-D1AC-60D0-1C6EAC62CED2}"/>
                    </a:ext>
                  </a:extLst>
                </p14:cNvPr>
                <p14:cNvContentPartPr/>
                <p14:nvPr/>
              </p14:nvContentPartPr>
              <p14:xfrm>
                <a:off x="3728692" y="2575659"/>
                <a:ext cx="47160" cy="16632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F278A82-2ED8-D1AC-60D0-1C6EAC62CED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19692" y="2521659"/>
                  <a:ext cx="64800" cy="273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标题 1">
            <a:extLst>
              <a:ext uri="{FF2B5EF4-FFF2-40B4-BE49-F238E27FC236}">
                <a16:creationId xmlns:a16="http://schemas.microsoft.com/office/drawing/2014/main" id="{BEF8AE88-8B54-C36C-B3AA-C5548389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头文件</a:t>
            </a:r>
          </a:p>
        </p:txBody>
      </p:sp>
    </p:spTree>
    <p:extLst>
      <p:ext uri="{BB962C8B-B14F-4D97-AF65-F5344CB8AC3E}">
        <p14:creationId xmlns:p14="http://schemas.microsoft.com/office/powerpoint/2010/main" val="91402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E917B-14E2-0253-3CCD-8BBF5C78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构造</a:t>
            </a:r>
            <a:r>
              <a:rPr lang="en-US" altLang="zh-CN" dirty="0"/>
              <a:t> fParticleGun</a:t>
            </a:r>
            <a:r>
              <a:rPr lang="zh-CN" altLang="en-US" dirty="0"/>
              <a:t>：粒子枪初始化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E41846-599C-DC63-2C90-86F64FE6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0D1B1AA-9078-E7A9-3730-8DE54FCDC78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24827" y="1143000"/>
            <a:ext cx="8246745" cy="2971800"/>
          </a:xfrm>
          <a:prstGeom prst="rect">
            <a:avLst/>
          </a:prstGeom>
        </p:spPr>
      </p:pic>
      <p:sp>
        <p:nvSpPr>
          <p:cNvPr id="6" name="框架 5">
            <a:extLst>
              <a:ext uri="{FF2B5EF4-FFF2-40B4-BE49-F238E27FC236}">
                <a16:creationId xmlns:a16="http://schemas.microsoft.com/office/drawing/2014/main" id="{0A3E89CC-9166-D10C-A678-1ACF578025B4}"/>
              </a:ext>
            </a:extLst>
          </p:cNvPr>
          <p:cNvSpPr/>
          <p:nvPr/>
        </p:nvSpPr>
        <p:spPr>
          <a:xfrm>
            <a:off x="603504" y="1524000"/>
            <a:ext cx="4959096" cy="609600"/>
          </a:xfrm>
          <a:prstGeom prst="frame">
            <a:avLst/>
          </a:prstGeom>
          <a:ln w="63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85CBFE-AE70-96C3-C64F-D74BEDEC0084}"/>
              </a:ext>
            </a:extLst>
          </p:cNvPr>
          <p:cNvSpPr txBox="1"/>
          <p:nvPr/>
        </p:nvSpPr>
        <p:spPr>
          <a:xfrm>
            <a:off x="705043" y="4302736"/>
            <a:ext cx="80665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设定粒子枪 </a:t>
            </a:r>
            <a:r>
              <a:rPr lang="en" altLang="zh-CN" dirty="0"/>
              <a:t>fParticleGun </a:t>
            </a:r>
            <a:r>
              <a:rPr kumimoji="1" lang="zh-CN" altLang="en-US" dirty="0"/>
              <a:t>，并配置每次</a:t>
            </a:r>
            <a:r>
              <a:rPr kumimoji="1" lang="en-US" altLang="zh-CN" dirty="0"/>
              <a:t> event </a:t>
            </a:r>
            <a:r>
              <a:rPr kumimoji="1" lang="zh-CN" altLang="en-US" dirty="0"/>
              <a:t>发射一个粒子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通过粒子列表</a:t>
            </a:r>
            <a:r>
              <a:rPr lang="en" altLang="zh-CN" dirty="0"/>
              <a:t>G4ParticleTable </a:t>
            </a:r>
            <a:r>
              <a:rPr lang="zh-CN" altLang="en-US" dirty="0"/>
              <a:t>找到 </a:t>
            </a:r>
            <a:r>
              <a:rPr lang="en-US" altLang="zh-CN" dirty="0"/>
              <a:t>“</a:t>
            </a:r>
            <a:r>
              <a:rPr lang="en" altLang="zh-CN" dirty="0"/>
              <a:t>gamma” </a:t>
            </a:r>
            <a:r>
              <a:rPr lang="zh-CN" altLang="en-US" dirty="0"/>
              <a:t>粒子（将其赋予指针</a:t>
            </a:r>
            <a:r>
              <a:rPr lang="en-US" altLang="zh-CN" dirty="0"/>
              <a:t>particle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完善粒子枪 </a:t>
            </a:r>
            <a:r>
              <a:rPr lang="en" altLang="zh-CN" dirty="0"/>
              <a:t>fParticleGun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00100" lvl="1" indent="-342900">
              <a:buFont typeface="+mj-lt"/>
              <a:buAutoNum type="alphaLcParenR"/>
            </a:pPr>
            <a:r>
              <a:rPr lang="zh-CN" altLang="en-US" dirty="0"/>
              <a:t>粒子种类（指针</a:t>
            </a:r>
            <a:r>
              <a:rPr lang="en-US" altLang="zh-CN" dirty="0"/>
              <a:t> particle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>
              <a:buFont typeface="+mj-lt"/>
              <a:buAutoNum type="alphaLcParenR"/>
            </a:pPr>
            <a:r>
              <a:rPr lang="zh-CN" altLang="en-US" dirty="0"/>
              <a:t>动量方向：</a:t>
            </a:r>
            <a:r>
              <a:rPr lang="en" altLang="zh-CN" dirty="0"/>
              <a:t>G4ThreeVector(0,0,1)</a:t>
            </a:r>
            <a:r>
              <a:rPr lang="zh-CN" altLang="en" dirty="0"/>
              <a:t>（</a:t>
            </a:r>
            <a:r>
              <a:rPr lang="zh-CN" altLang="en-US" dirty="0"/>
              <a:t>沿 </a:t>
            </a:r>
            <a:r>
              <a:rPr lang="en-US" altLang="zh-CN" dirty="0"/>
              <a:t>+</a:t>
            </a:r>
            <a:r>
              <a:rPr lang="en" altLang="zh-CN" dirty="0"/>
              <a:t>Z</a:t>
            </a:r>
            <a:r>
              <a:rPr lang="zh-CN" altLang="en" dirty="0"/>
              <a:t>）</a:t>
            </a:r>
          </a:p>
          <a:p>
            <a:pPr marL="800100" lvl="1" indent="-342900">
              <a:buFont typeface="+mj-lt"/>
              <a:buAutoNum type="alphaLcParenR"/>
            </a:pPr>
            <a:r>
              <a:rPr lang="zh-CN" altLang="en-US" dirty="0"/>
              <a:t>动能：</a:t>
            </a:r>
            <a:r>
              <a:rPr lang="en-US" altLang="zh-CN" dirty="0"/>
              <a:t>6*</a:t>
            </a:r>
            <a:r>
              <a:rPr lang="en" altLang="zh-CN" dirty="0"/>
              <a:t>MeV</a:t>
            </a:r>
          </a:p>
          <a:p>
            <a:pPr marL="800100" lvl="1" indent="-342900">
              <a:buFont typeface="+mj-lt"/>
              <a:buAutoNum type="alphaLcParenR"/>
            </a:pPr>
            <a:r>
              <a:rPr lang="zh-CN" altLang="en-US" dirty="0">
                <a:solidFill>
                  <a:srgbClr val="0000FF"/>
                </a:solidFill>
              </a:rPr>
              <a:t>设置粒子的位置 </a:t>
            </a:r>
            <a:r>
              <a:rPr lang="en-US" altLang="zh-CN" dirty="0">
                <a:solidFill>
                  <a:srgbClr val="0000FF"/>
                </a:solidFill>
              </a:rPr>
              <a:t>fParticleGun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-&gt;SetParticlePosition(G4ThreeVector(x0, y0, z0));</a:t>
            </a:r>
          </a:p>
          <a:p>
            <a:pPr marL="800100" lvl="1" indent="-342900">
              <a:buFont typeface="+mj-lt"/>
              <a:buAutoNum type="alphaLcParenR"/>
            </a:pPr>
            <a:r>
              <a:rPr lang="zh-CN" altLang="en-US" dirty="0">
                <a:solidFill>
                  <a:srgbClr val="0000FF"/>
                </a:solidFill>
              </a:rPr>
              <a:t>生成初级顶点 </a:t>
            </a:r>
            <a:r>
              <a:rPr lang="en-US" altLang="zh-CN" dirty="0">
                <a:solidFill>
                  <a:srgbClr val="0000FF"/>
                </a:solidFill>
              </a:rPr>
              <a:t>fParticleGun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-&gt;GeneratePrimaryVertex(event);</a:t>
            </a:r>
          </a:p>
        </p:txBody>
      </p:sp>
      <p:sp>
        <p:nvSpPr>
          <p:cNvPr id="9" name="框架 8">
            <a:extLst>
              <a:ext uri="{FF2B5EF4-FFF2-40B4-BE49-F238E27FC236}">
                <a16:creationId xmlns:a16="http://schemas.microsoft.com/office/drawing/2014/main" id="{E675B288-065C-46FA-4013-645E598D7BCC}"/>
              </a:ext>
            </a:extLst>
          </p:cNvPr>
          <p:cNvSpPr/>
          <p:nvPr/>
        </p:nvSpPr>
        <p:spPr>
          <a:xfrm>
            <a:off x="619716" y="2485098"/>
            <a:ext cx="8151855" cy="791501"/>
          </a:xfrm>
          <a:prstGeom prst="frame">
            <a:avLst>
              <a:gd name="adj1" fmla="val 7584"/>
            </a:avLst>
          </a:prstGeom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框架 9">
            <a:extLst>
              <a:ext uri="{FF2B5EF4-FFF2-40B4-BE49-F238E27FC236}">
                <a16:creationId xmlns:a16="http://schemas.microsoft.com/office/drawing/2014/main" id="{F1CC3B95-6D35-B3BC-C473-EB036B714FB7}"/>
              </a:ext>
            </a:extLst>
          </p:cNvPr>
          <p:cNvSpPr/>
          <p:nvPr/>
        </p:nvSpPr>
        <p:spPr>
          <a:xfrm>
            <a:off x="603504" y="3200400"/>
            <a:ext cx="8151855" cy="923330"/>
          </a:xfrm>
          <a:prstGeom prst="frame">
            <a:avLst>
              <a:gd name="adj1" fmla="val 6179"/>
            </a:avLst>
          </a:prstGeom>
          <a:ln w="635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5A84FA-6386-EF28-6B90-C28654B3CF22}"/>
              </a:ext>
            </a:extLst>
          </p:cNvPr>
          <p:cNvSpPr txBox="1"/>
          <p:nvPr/>
        </p:nvSpPr>
        <p:spPr>
          <a:xfrm>
            <a:off x="5641277" y="1608660"/>
            <a:ext cx="3045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B050"/>
                </a:solidFill>
              </a:rPr>
              <a:t>最简单的粒子源，</a:t>
            </a:r>
            <a:r>
              <a:rPr lang="en" altLang="zh-CN" sz="1400" b="1" dirty="0">
                <a:solidFill>
                  <a:srgbClr val="00B050"/>
                </a:solidFill>
              </a:rPr>
              <a:t> G4GeneralParticleSource</a:t>
            </a:r>
            <a:r>
              <a:rPr lang="zh-CN" altLang="en" sz="1400" b="1" dirty="0">
                <a:solidFill>
                  <a:srgbClr val="00B050"/>
                </a:solidFill>
              </a:rPr>
              <a:t>（</a:t>
            </a:r>
            <a:r>
              <a:rPr lang="en" altLang="zh-CN" sz="1400" b="1" dirty="0">
                <a:solidFill>
                  <a:srgbClr val="00B050"/>
                </a:solidFill>
              </a:rPr>
              <a:t>GPS</a:t>
            </a:r>
            <a:r>
              <a:rPr lang="zh-CN" altLang="en" sz="1400" b="1" dirty="0">
                <a:solidFill>
                  <a:srgbClr val="00B050"/>
                </a:solidFill>
              </a:rPr>
              <a:t>）</a:t>
            </a:r>
            <a:endParaRPr kumimoji="1" lang="zh-CN" altLang="en-US" sz="1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05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/>
      <p:bldP spid="9" grpId="0" animBg="1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4B024-F6C5-15DE-7D43-707B9076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析构 </a:t>
            </a:r>
            <a:r>
              <a:rPr lang="en-US" altLang="zh-CN" dirty="0"/>
              <a:t>fParticleGun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41F4F4-B51C-1C02-5BA9-92334D80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1F77B9-0659-D112-6B6A-17155CD9B68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3504" y="1295400"/>
            <a:ext cx="7845879" cy="1574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4899542-9E2C-F707-0682-03316501AB16}"/>
              </a:ext>
            </a:extLst>
          </p:cNvPr>
          <p:cNvSpPr txBox="1"/>
          <p:nvPr/>
        </p:nvSpPr>
        <p:spPr>
          <a:xfrm>
            <a:off x="838200" y="3513836"/>
            <a:ext cx="701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因为你用 </a:t>
            </a:r>
            <a:r>
              <a:rPr lang="en" altLang="zh-CN" sz="2400" dirty="0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" altLang="zh-CN" sz="2400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创建了对象，所以必须</a:t>
            </a:r>
            <a:r>
              <a:rPr lang="zh-CN" altLang="en-US" sz="2400" b="1" dirty="0">
                <a:solidFill>
                  <a:srgbClr val="0000FF"/>
                </a:solidFill>
              </a:rPr>
              <a:t>手动删除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7894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A2568-D722-E4C5-0B5B-8A3740CB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发射粒子，并注入</a:t>
            </a:r>
            <a:r>
              <a:rPr kumimoji="1" lang="en-US" altLang="zh-CN" dirty="0"/>
              <a:t> Event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60A6D5-FAAA-39DC-D95C-E62F8647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1AE9A01-0E78-0EDE-6547-380D0999D36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990600"/>
            <a:ext cx="5849198" cy="5592762"/>
          </a:xfrm>
          <a:prstGeom prst="rect">
            <a:avLst/>
          </a:prstGeom>
        </p:spPr>
      </p:pic>
      <p:sp>
        <p:nvSpPr>
          <p:cNvPr id="6" name="框架 5">
            <a:extLst>
              <a:ext uri="{FF2B5EF4-FFF2-40B4-BE49-F238E27FC236}">
                <a16:creationId xmlns:a16="http://schemas.microsoft.com/office/drawing/2014/main" id="{9A1D35DE-A6E9-9BD0-11C9-42D995727BB6}"/>
              </a:ext>
            </a:extLst>
          </p:cNvPr>
          <p:cNvSpPr/>
          <p:nvPr/>
        </p:nvSpPr>
        <p:spPr>
          <a:xfrm>
            <a:off x="838201" y="1219200"/>
            <a:ext cx="5849198" cy="914400"/>
          </a:xfrm>
          <a:prstGeom prst="frame">
            <a:avLst>
              <a:gd name="adj1" fmla="val 6350"/>
            </a:avLst>
          </a:prstGeom>
          <a:solidFill>
            <a:schemeClr val="bg2">
              <a:lumMod val="90000"/>
            </a:schemeClr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框架 6">
            <a:extLst>
              <a:ext uri="{FF2B5EF4-FFF2-40B4-BE49-F238E27FC236}">
                <a16:creationId xmlns:a16="http://schemas.microsoft.com/office/drawing/2014/main" id="{C95D94E0-F432-4ADB-B84E-A2C10564BBAA}"/>
              </a:ext>
            </a:extLst>
          </p:cNvPr>
          <p:cNvSpPr/>
          <p:nvPr/>
        </p:nvSpPr>
        <p:spPr>
          <a:xfrm>
            <a:off x="874889" y="2520244"/>
            <a:ext cx="5849198" cy="756356"/>
          </a:xfrm>
          <a:prstGeom prst="frame">
            <a:avLst>
              <a:gd name="adj1" fmla="val 6350"/>
            </a:avLst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框架 7">
            <a:extLst>
              <a:ext uri="{FF2B5EF4-FFF2-40B4-BE49-F238E27FC236}">
                <a16:creationId xmlns:a16="http://schemas.microsoft.com/office/drawing/2014/main" id="{0DE7349F-3960-794A-45C6-8FAA9BA19574}"/>
              </a:ext>
            </a:extLst>
          </p:cNvPr>
          <p:cNvSpPr/>
          <p:nvPr/>
        </p:nvSpPr>
        <p:spPr>
          <a:xfrm>
            <a:off x="874889" y="3285066"/>
            <a:ext cx="5849198" cy="1896534"/>
          </a:xfrm>
          <a:prstGeom prst="frame">
            <a:avLst>
              <a:gd name="adj1" fmla="val 2779"/>
            </a:avLst>
          </a:prstGeom>
          <a:solidFill>
            <a:srgbClr val="00B050"/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9" name="框架 8">
            <a:extLst>
              <a:ext uri="{FF2B5EF4-FFF2-40B4-BE49-F238E27FC236}">
                <a16:creationId xmlns:a16="http://schemas.microsoft.com/office/drawing/2014/main" id="{7A237C68-B5A2-B63A-2A48-7DB98D2F2F6C}"/>
              </a:ext>
            </a:extLst>
          </p:cNvPr>
          <p:cNvSpPr/>
          <p:nvPr/>
        </p:nvSpPr>
        <p:spPr>
          <a:xfrm>
            <a:off x="838200" y="5181600"/>
            <a:ext cx="5849198" cy="1401762"/>
          </a:xfrm>
          <a:prstGeom prst="frame">
            <a:avLst>
              <a:gd name="adj1" fmla="val 3934"/>
            </a:avLst>
          </a:prstGeom>
          <a:solidFill>
            <a:srgbClr val="0070C0"/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1BF4F6-A35D-AD89-90D2-EBAAD676F27F}"/>
              </a:ext>
            </a:extLst>
          </p:cNvPr>
          <p:cNvSpPr txBox="1"/>
          <p:nvPr/>
        </p:nvSpPr>
        <p:spPr>
          <a:xfrm>
            <a:off x="6892267" y="1407235"/>
            <a:ext cx="1225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注释行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18FA73-C72B-39E3-321E-29C847E204A1}"/>
              </a:ext>
            </a:extLst>
          </p:cNvPr>
          <p:cNvSpPr txBox="1"/>
          <p:nvPr/>
        </p:nvSpPr>
        <p:spPr>
          <a:xfrm>
            <a:off x="6922094" y="2288570"/>
            <a:ext cx="20695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" altLang="zh-CN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不存在，初次必为空指针</a:t>
            </a:r>
            <a:endParaRPr kumimoji="1" lang="zh-CN" altLang="en-US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02F585-AD56-37B5-E76E-BEB4936488BE}"/>
              </a:ext>
            </a:extLst>
          </p:cNvPr>
          <p:cNvSpPr txBox="1"/>
          <p:nvPr/>
        </p:nvSpPr>
        <p:spPr>
          <a:xfrm>
            <a:off x="6892267" y="3786981"/>
            <a:ext cx="20695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" altLang="zh-CN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存在，计算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Envelope 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的尺寸</a:t>
            </a:r>
            <a:endParaRPr kumimoji="1" lang="zh-CN" alt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1D779E-68BD-56E5-50A2-9BBC3B8F86EA}"/>
              </a:ext>
            </a:extLst>
          </p:cNvPr>
          <p:cNvSpPr txBox="1"/>
          <p:nvPr/>
        </p:nvSpPr>
        <p:spPr>
          <a:xfrm>
            <a:off x="6900734" y="5285392"/>
            <a:ext cx="20695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</a:rPr>
              <a:t>计算粒子发射的位置</a:t>
            </a:r>
            <a:endParaRPr kumimoji="1"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62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7C809-B81C-C628-2BCA-DCC8AB7E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注释行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CE02DF-6399-A2B6-8C45-388DFB1F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C6A9EB-81D5-E052-DC70-CE82449B97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" sz="2400" b="1" dirty="0">
                <a:solidFill>
                  <a:srgbClr val="0000FF"/>
                </a:solidFill>
              </a:rPr>
              <a:t>译文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" altLang="zh-CN" sz="2400" dirty="0" err="1"/>
              <a:t>GeneratePrimaries</a:t>
            </a:r>
            <a:r>
              <a:rPr lang="en" altLang="zh-CN" sz="2400" dirty="0"/>
              <a:t>() </a:t>
            </a:r>
            <a:r>
              <a:rPr lang="zh-CN" altLang="en-US" sz="2400" dirty="0"/>
              <a:t>在每个事件开始时被调用。</a:t>
            </a:r>
            <a:br>
              <a:rPr lang="zh-CN" altLang="en-US" sz="2400" dirty="0"/>
            </a:br>
            <a:r>
              <a:rPr lang="zh-CN" altLang="en-US" sz="2400" dirty="0"/>
              <a:t>为了不让 </a:t>
            </a:r>
            <a:r>
              <a:rPr lang="en" altLang="zh-CN" sz="2400" dirty="0" err="1"/>
              <a:t>PrimaryGeneratorAction</a:t>
            </a:r>
            <a:r>
              <a:rPr lang="en" altLang="zh-CN" sz="2400" dirty="0"/>
              <a:t> </a:t>
            </a:r>
            <a:r>
              <a:rPr lang="zh-CN" altLang="en-US" sz="2400" dirty="0"/>
              <a:t>依赖 </a:t>
            </a:r>
            <a:r>
              <a:rPr lang="en" altLang="zh-CN" sz="2400" dirty="0" err="1"/>
              <a:t>DetectorConstruction</a:t>
            </a:r>
            <a:r>
              <a:rPr lang="zh-CN" altLang="en" sz="2400" dirty="0"/>
              <a:t>，</a:t>
            </a:r>
            <a:r>
              <a:rPr lang="zh-CN" altLang="en-US" sz="2400" dirty="0"/>
              <a:t>我们从 </a:t>
            </a:r>
            <a:r>
              <a:rPr lang="en" altLang="zh-CN" sz="2400" dirty="0"/>
              <a:t>G4LogicalVolumeStore</a:t>
            </a:r>
            <a:r>
              <a:rPr lang="zh-CN" altLang="en" sz="2400" dirty="0"/>
              <a:t>（</a:t>
            </a:r>
            <a:r>
              <a:rPr lang="zh-CN" altLang="en-US" sz="2400" dirty="0"/>
              <a:t>几何仓库）里按名字查找 </a:t>
            </a:r>
            <a:r>
              <a:rPr lang="en" altLang="zh-CN" sz="2400" dirty="0"/>
              <a:t>Envelope</a:t>
            </a:r>
            <a:r>
              <a:rPr lang="zh-CN" altLang="en" sz="2400" dirty="0"/>
              <a:t>，</a:t>
            </a:r>
            <a:r>
              <a:rPr lang="zh-CN" altLang="en-US" sz="2400" dirty="0"/>
              <a:t>而不是直接去访问 </a:t>
            </a:r>
            <a:r>
              <a:rPr lang="en" altLang="zh-CN" sz="2400" dirty="0" err="1"/>
              <a:t>DetectorConstruction</a:t>
            </a:r>
            <a:r>
              <a:rPr lang="en" altLang="zh-CN" sz="2400" dirty="0"/>
              <a:t> </a:t>
            </a:r>
            <a:r>
              <a:rPr lang="zh-CN" altLang="en-US" sz="2400" dirty="0"/>
              <a:t>里的变量。</a:t>
            </a:r>
            <a:endParaRPr lang="en-US" altLang="zh-CN" sz="2400" dirty="0"/>
          </a:p>
          <a:p>
            <a:r>
              <a:rPr lang="zh-CN" altLang="en-US" sz="2400" b="1" dirty="0">
                <a:solidFill>
                  <a:srgbClr val="0000FF"/>
                </a:solidFill>
              </a:rPr>
              <a:t>含义：不让粒子源类依赖几何类</a:t>
            </a:r>
            <a:r>
              <a:rPr lang="zh-CN" altLang="en-US" sz="2400" dirty="0"/>
              <a:t>，所以我们通过全局几何仓库按名字找 </a:t>
            </a:r>
            <a:r>
              <a:rPr lang="en" altLang="zh-CN" sz="2400" dirty="0">
                <a:solidFill>
                  <a:srgbClr val="0000FF"/>
                </a:solidFill>
              </a:rPr>
              <a:t>Envelope</a:t>
            </a:r>
            <a:endParaRPr lang="zh-CN" altLang="en-US" sz="2400" dirty="0">
              <a:solidFill>
                <a:srgbClr val="0000FF"/>
              </a:solidFill>
            </a:endParaRPr>
          </a:p>
          <a:p>
            <a:endParaRPr kumimoji="1" lang="zh-CN" altLang="en-US" sz="2400" dirty="0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9A3F857-15C4-6C26-0DB2-C51007A05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085511"/>
              </p:ext>
            </p:extLst>
          </p:nvPr>
        </p:nvGraphicFramePr>
        <p:xfrm>
          <a:off x="1524000" y="3478389"/>
          <a:ext cx="6553200" cy="3131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927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AAD1B-7FDA-87A1-8DFF-9B1EA6F6A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判断 </a:t>
            </a:r>
            <a:r>
              <a:rPr kumimoji="1" lang="en" altLang="zh-CN" dirty="0" err="1"/>
              <a:t>fEnvelopeBox</a:t>
            </a:r>
            <a:r>
              <a:rPr kumimoji="1" lang="en" altLang="zh-CN" dirty="0"/>
              <a:t> </a:t>
            </a:r>
            <a:r>
              <a:rPr kumimoji="1" lang="zh-CN" altLang="en" dirty="0"/>
              <a:t>不存在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nullptr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96422A2-F85D-5EA0-A3A9-298CBAE9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6D48EA-E44E-2FCE-2642-83B5925907D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3504" y="1021318"/>
            <a:ext cx="8166538" cy="16002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9F8297A-CD2E-B92A-2555-D818EE656030}"/>
              </a:ext>
            </a:extLst>
          </p:cNvPr>
          <p:cNvSpPr txBox="1"/>
          <p:nvPr/>
        </p:nvSpPr>
        <p:spPr>
          <a:xfrm>
            <a:off x="603504" y="2819400"/>
            <a:ext cx="7061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en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：该函数对应的头文件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</a:rPr>
              <a:t>PrimaryGeneratorAction.hh</a:t>
            </a:r>
            <a:endParaRPr kumimoji="1" lang="zh-CN" altLang="en-US" dirty="0">
              <a:solidFill>
                <a:srgbClr val="0000FF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003BCC-3CEF-63FF-7ABD-F0938D5A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224834"/>
            <a:ext cx="5867400" cy="6115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7ADA72C-7B00-CA27-9E04-9A46B47E3839}"/>
              </a:ext>
            </a:extLst>
          </p:cNvPr>
          <p:cNvSpPr txBox="1"/>
          <p:nvPr/>
        </p:nvSpPr>
        <p:spPr>
          <a:xfrm>
            <a:off x="603505" y="3962400"/>
            <a:ext cx="8166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en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初始化：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.cc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文件内目前还没有进行初始化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因此，第一次运行函数时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C8A078-105B-7FFC-A52E-C271F6BF2061}"/>
              </a:ext>
            </a:extLst>
          </p:cNvPr>
          <p:cNvSpPr txBox="1"/>
          <p:nvPr/>
        </p:nvSpPr>
        <p:spPr>
          <a:xfrm>
            <a:off x="3581400" y="4512952"/>
            <a:ext cx="29718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en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en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2504D-91CB-05A6-C5AE-7327FC599F14}"/>
              </a:ext>
            </a:extLst>
          </p:cNvPr>
          <p:cNvSpPr txBox="1"/>
          <p:nvPr/>
        </p:nvSpPr>
        <p:spPr>
          <a:xfrm>
            <a:off x="527304" y="5029283"/>
            <a:ext cx="8394192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fEnvelopeBox</a:t>
            </a:r>
            <a:r>
              <a:rPr lang="en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赋值：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步骤一：</a:t>
            </a:r>
            <a:r>
              <a:rPr lang="zh-CN" altLang="en-US" sz="2000" dirty="0">
                <a:solidFill>
                  <a:srgbClr val="0000FF"/>
                </a:solidFill>
              </a:rPr>
              <a:t>从全局 </a:t>
            </a:r>
            <a:r>
              <a:rPr lang="en" altLang="zh-CN" sz="2000" dirty="0" err="1">
                <a:solidFill>
                  <a:srgbClr val="0000FF"/>
                </a:solidFill>
              </a:rPr>
              <a:t>LogicalVolume</a:t>
            </a:r>
            <a:r>
              <a:rPr lang="en" altLang="zh-CN" sz="2000" dirty="0">
                <a:solidFill>
                  <a:srgbClr val="0000FF"/>
                </a:solidFill>
              </a:rPr>
              <a:t> </a:t>
            </a:r>
            <a:r>
              <a:rPr lang="zh-CN" altLang="en-US" sz="2000" dirty="0">
                <a:solidFill>
                  <a:srgbClr val="0000FF"/>
                </a:solidFill>
              </a:rPr>
              <a:t>仓库查找名字为 </a:t>
            </a:r>
            <a:r>
              <a:rPr lang="en-US" altLang="zh-CN" sz="2000" dirty="0">
                <a:solidFill>
                  <a:srgbClr val="0000FF"/>
                </a:solidFill>
              </a:rPr>
              <a:t>"</a:t>
            </a:r>
            <a:r>
              <a:rPr lang="en" altLang="zh-CN" sz="2000" dirty="0">
                <a:solidFill>
                  <a:srgbClr val="0000FF"/>
                </a:solidFill>
              </a:rPr>
              <a:t>Envelope" </a:t>
            </a:r>
            <a:r>
              <a:rPr lang="zh-CN" altLang="en-US" sz="2000" dirty="0">
                <a:solidFill>
                  <a:srgbClr val="0000FF"/>
                </a:solidFill>
              </a:rPr>
              <a:t>的逻辑体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步骤二：找到该逻辑体，指针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envLV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不为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zh-CN" altLang="en-US" sz="2000" dirty="0">
                <a:solidFill>
                  <a:srgbClr val="0000FF"/>
                </a:solidFill>
              </a:rPr>
              <a:t>确认它的 </a:t>
            </a:r>
            <a:r>
              <a:rPr lang="en" altLang="zh-CN" sz="2000" dirty="0">
                <a:solidFill>
                  <a:srgbClr val="0000FF"/>
                </a:solidFill>
              </a:rPr>
              <a:t>Solid </a:t>
            </a:r>
            <a:r>
              <a:rPr lang="zh-CN" altLang="en-US" sz="2000" dirty="0">
                <a:solidFill>
                  <a:srgbClr val="0000FF"/>
                </a:solidFill>
              </a:rPr>
              <a:t>是一个 </a:t>
            </a:r>
            <a:r>
              <a:rPr lang="en" altLang="zh-CN" sz="2000" dirty="0">
                <a:solidFill>
                  <a:srgbClr val="0000FF"/>
                </a:solidFill>
              </a:rPr>
              <a:t>G4Box</a:t>
            </a:r>
            <a:r>
              <a:rPr lang="zh-CN" altLang="en-US" sz="2000" dirty="0">
                <a:solidFill>
                  <a:srgbClr val="0000FF"/>
                </a:solidFill>
              </a:rPr>
              <a:t>，最终</a:t>
            </a:r>
            <a:r>
              <a:rPr lang="en" altLang="zh-CN" sz="2000" dirty="0" err="1">
                <a:solidFill>
                  <a:srgbClr val="0000FF"/>
                </a:solidFill>
              </a:rPr>
              <a:t>fEnvelopeBox</a:t>
            </a:r>
            <a:r>
              <a:rPr lang="en" altLang="zh-CN" sz="2000" dirty="0">
                <a:solidFill>
                  <a:srgbClr val="0000FF"/>
                </a:solidFill>
              </a:rPr>
              <a:t> </a:t>
            </a:r>
            <a:r>
              <a:rPr lang="zh-CN" altLang="en-US" sz="2000" dirty="0">
                <a:solidFill>
                  <a:srgbClr val="0000FF"/>
                </a:solidFill>
              </a:rPr>
              <a:t>变成 “</a:t>
            </a:r>
            <a:r>
              <a:rPr lang="en" altLang="zh-CN" sz="2000" dirty="0">
                <a:solidFill>
                  <a:srgbClr val="0000FF"/>
                </a:solidFill>
              </a:rPr>
              <a:t>Envelope </a:t>
            </a:r>
            <a:r>
              <a:rPr lang="zh-CN" altLang="en-US" sz="2000" dirty="0">
                <a:solidFill>
                  <a:srgbClr val="0000FF"/>
                </a:solidFill>
              </a:rPr>
              <a:t>的几何形状（</a:t>
            </a:r>
            <a:r>
              <a:rPr lang="en" altLang="zh-CN" sz="2000" dirty="0">
                <a:solidFill>
                  <a:srgbClr val="0000FF"/>
                </a:solidFill>
              </a:rPr>
              <a:t>G4Box</a:t>
            </a:r>
            <a:r>
              <a:rPr lang="zh-CN" altLang="en" sz="2000" dirty="0">
                <a:solidFill>
                  <a:srgbClr val="0000FF"/>
                </a:solidFill>
              </a:rPr>
              <a:t>）”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10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  <p:bldP spid="1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F9770-5252-1F5B-3E70-786C9BF2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300" dirty="0"/>
              <a:t>3.</a:t>
            </a:r>
            <a:r>
              <a:rPr kumimoji="1" lang="zh-CN" altLang="en-US" sz="3300" dirty="0"/>
              <a:t> </a:t>
            </a:r>
            <a:r>
              <a:rPr kumimoji="1" lang="en" altLang="zh-CN" sz="3300" dirty="0" err="1"/>
              <a:t>fEnvelopeBox</a:t>
            </a:r>
            <a:r>
              <a:rPr kumimoji="1" lang="en" altLang="zh-CN" sz="3300" dirty="0"/>
              <a:t> </a:t>
            </a:r>
            <a:r>
              <a:rPr kumimoji="1" lang="zh-CN" altLang="en" sz="3300" dirty="0"/>
              <a:t>存在</a:t>
            </a:r>
            <a:r>
              <a:rPr kumimoji="1" lang="zh-CN" altLang="en-US" sz="3300" dirty="0"/>
              <a:t>，计算</a:t>
            </a:r>
            <a:r>
              <a:rPr kumimoji="1" lang="en-US" altLang="zh-CN" sz="3300" dirty="0"/>
              <a:t> Envelope </a:t>
            </a:r>
            <a:r>
              <a:rPr kumimoji="1" lang="zh-CN" altLang="en-US" sz="3300" dirty="0"/>
              <a:t>尺寸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635664-8A4B-DB80-F54D-A2C3A352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77E066-4395-AAC2-459E-FB51FE5CD72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03289" y="1143000"/>
            <a:ext cx="8172222" cy="24066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B67980-0E6F-6285-A53A-6862E5BAB903}"/>
              </a:ext>
            </a:extLst>
          </p:cNvPr>
          <p:cNvSpPr txBox="1"/>
          <p:nvPr/>
        </p:nvSpPr>
        <p:spPr>
          <a:xfrm>
            <a:off x="817500" y="4038600"/>
            <a:ext cx="7543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0000FF"/>
                </a:solidFill>
              </a:rPr>
              <a:t>Geant4 </a:t>
            </a:r>
            <a:r>
              <a:rPr lang="zh-CN" altLang="en-US" sz="2000" dirty="0">
                <a:solidFill>
                  <a:srgbClr val="0000FF"/>
                </a:solidFill>
              </a:rPr>
              <a:t>的 </a:t>
            </a:r>
            <a:r>
              <a:rPr lang="en" altLang="zh-CN" sz="2000" dirty="0">
                <a:solidFill>
                  <a:srgbClr val="0000FF"/>
                </a:solidFill>
              </a:rPr>
              <a:t>Solid </a:t>
            </a:r>
            <a:r>
              <a:rPr lang="zh-CN" altLang="en-US" sz="2000" dirty="0">
                <a:solidFill>
                  <a:srgbClr val="0000FF"/>
                </a:solidFill>
              </a:rPr>
              <a:t>都是“半长”，乘 </a:t>
            </a:r>
            <a:r>
              <a:rPr lang="en-US" altLang="zh-CN" sz="2000" dirty="0">
                <a:solidFill>
                  <a:srgbClr val="0000FF"/>
                </a:solidFill>
              </a:rPr>
              <a:t>2 </a:t>
            </a:r>
            <a:r>
              <a:rPr lang="zh-CN" altLang="en-US" sz="2000" dirty="0">
                <a:solidFill>
                  <a:srgbClr val="0000FF"/>
                </a:solidFill>
              </a:rPr>
              <a:t>得到全长；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</a:rPr>
              <a:t>如果没有找到 </a:t>
            </a:r>
            <a:r>
              <a:rPr lang="en" altLang="zh-CN" sz="2000" dirty="0">
                <a:solidFill>
                  <a:srgbClr val="0000FF"/>
                </a:solidFill>
              </a:rPr>
              <a:t>Envelope</a:t>
            </a:r>
            <a:r>
              <a:rPr lang="zh-CN" altLang="en" sz="2000" dirty="0">
                <a:solidFill>
                  <a:srgbClr val="0000FF"/>
                </a:solidFill>
              </a:rPr>
              <a:t>，</a:t>
            </a:r>
            <a:r>
              <a:rPr lang="zh-CN" altLang="en-US" sz="2000" dirty="0">
                <a:solidFill>
                  <a:srgbClr val="0000FF"/>
                </a:solidFill>
              </a:rPr>
              <a:t>给出警告，不会终止程序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zh-CN" altLang="en-US" sz="2000" dirty="0">
                <a:solidFill>
                  <a:srgbClr val="0000FF"/>
                </a:solidFill>
              </a:rPr>
              <a:t>提示用户：“</a:t>
            </a:r>
            <a:r>
              <a:rPr lang="en" altLang="zh-CN" sz="2000" dirty="0">
                <a:solidFill>
                  <a:srgbClr val="0000FF"/>
                </a:solidFill>
              </a:rPr>
              <a:t>Envelope </a:t>
            </a:r>
            <a:r>
              <a:rPr lang="zh-CN" altLang="en-US" sz="2000" dirty="0">
                <a:solidFill>
                  <a:srgbClr val="0000FF"/>
                </a:solidFill>
              </a:rPr>
              <a:t>不存在，可能你改了几何名字”</a:t>
            </a:r>
          </a:p>
        </p:txBody>
      </p:sp>
    </p:spTree>
    <p:extLst>
      <p:ext uri="{BB962C8B-B14F-4D97-AF65-F5344CB8AC3E}">
        <p14:creationId xmlns:p14="http://schemas.microsoft.com/office/powerpoint/2010/main" val="251913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3FF1A-6FEB-1886-366A-505EBBA0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4.</a:t>
            </a:r>
            <a:r>
              <a:rPr lang="zh-CN" altLang="en-US" dirty="0"/>
              <a:t>计算粒子发射的位置（核心）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892C41-0C0F-2F1F-1068-97728E1E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F5FB65A-ACBA-FCAC-1248-F84CC4F46B8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38200" y="1004710"/>
            <a:ext cx="6172200" cy="2063711"/>
          </a:xfrm>
          <a:prstGeom prst="rect">
            <a:avLst/>
          </a:prstGeom>
        </p:spPr>
      </p:pic>
      <p:pic>
        <p:nvPicPr>
          <p:cNvPr id="14" name="图片 13" descr="屏幕上有字&#10;&#10;AI 生成的内容可能不正确。">
            <a:extLst>
              <a:ext uri="{FF2B5EF4-FFF2-40B4-BE49-F238E27FC236}">
                <a16:creationId xmlns:a16="http://schemas.microsoft.com/office/drawing/2014/main" id="{061132C4-1552-93AB-D2E1-048A3A1EB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30510"/>
            <a:ext cx="6324600" cy="367528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7D03725-EE7F-B3A7-3FAF-DE6C37F1CDC7}"/>
              </a:ext>
            </a:extLst>
          </p:cNvPr>
          <p:cNvSpPr txBox="1"/>
          <p:nvPr/>
        </p:nvSpPr>
        <p:spPr>
          <a:xfrm>
            <a:off x="4959096" y="3490822"/>
            <a:ext cx="3727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7FF9C"/>
                </a:solidFill>
              </a:rPr>
              <a:t>envSizeXY = 20 cm</a:t>
            </a:r>
          </a:p>
          <a:p>
            <a:r>
              <a:rPr lang="zh-CN" altLang="en-US" dirty="0">
                <a:solidFill>
                  <a:srgbClr val="F7FF9C"/>
                </a:solidFill>
              </a:rPr>
              <a:t>envSizeZ  = 30 cm</a:t>
            </a:r>
            <a:endParaRPr lang="en-US" altLang="zh-CN" dirty="0">
              <a:solidFill>
                <a:srgbClr val="F7FF9C"/>
              </a:solidFill>
            </a:endParaRPr>
          </a:p>
          <a:p>
            <a:r>
              <a:rPr lang="zh-CN" altLang="en-US" dirty="0">
                <a:solidFill>
                  <a:srgbClr val="F7FF9C"/>
                </a:solidFill>
              </a:rPr>
              <a:t>计算发射位置？</a:t>
            </a:r>
            <a:endParaRPr lang="en-US" altLang="zh-CN" dirty="0">
              <a:solidFill>
                <a:srgbClr val="F7FF9C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C9C4A1-7B97-C631-8494-7D412C34A3BD}"/>
              </a:ext>
            </a:extLst>
          </p:cNvPr>
          <p:cNvSpPr txBox="1"/>
          <p:nvPr/>
        </p:nvSpPr>
        <p:spPr>
          <a:xfrm>
            <a:off x="4536948" y="472393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7FF9C"/>
                </a:solidFill>
              </a:rPr>
              <a:t>粒子发射位置：</a:t>
            </a:r>
            <a:endParaRPr lang="en-US" altLang="zh-CN" dirty="0">
              <a:solidFill>
                <a:srgbClr val="F7FF9C"/>
              </a:solidFill>
            </a:endParaRPr>
          </a:p>
          <a:p>
            <a:r>
              <a:rPr lang="en-US" altLang="zh-CN" dirty="0">
                <a:solidFill>
                  <a:srgbClr val="F7FF9C"/>
                </a:solidFill>
              </a:rPr>
              <a:t>x/y=0.8*20*U[0,1]-0.5= 16</a:t>
            </a:r>
            <a:r>
              <a:rPr lang="en-US" altLang="zh-CN" dirty="0"/>
              <a:t>*[-0.5, 0.5]=[-8,8]cm</a:t>
            </a:r>
            <a:endParaRPr lang="en-US" altLang="zh-CN" dirty="0">
              <a:solidFill>
                <a:srgbClr val="F7FF9C"/>
              </a:solidFill>
            </a:endParaRPr>
          </a:p>
          <a:p>
            <a:r>
              <a:rPr lang="en-US" altLang="zh-CN" dirty="0">
                <a:solidFill>
                  <a:srgbClr val="F7FF9C"/>
                </a:solidFill>
              </a:rPr>
              <a:t>Z0=-0.5 * 30cm= -15cm</a:t>
            </a:r>
            <a:endParaRPr lang="zh-CN" altLang="en-US" dirty="0">
              <a:solidFill>
                <a:srgbClr val="F7FF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49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DD91B-7E9B-8C57-24C8-19E145BA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-US" altLang="zh-CN" dirty="0"/>
              <a:t> Event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B+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number=1,</a:t>
            </a:r>
            <a:r>
              <a:rPr kumimoji="1" lang="zh-CN" altLang="en-US" dirty="0"/>
              <a:t> </a:t>
            </a:r>
            <a:r>
              <a:rPr kumimoji="1" lang="en-US" altLang="zh-CN" dirty="0"/>
              <a:t>1GeV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29F116-E718-66BF-0DE4-2B611446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内容占位符 4" descr="图片包含 图表&#10;&#10;AI 生成的内容可能不正确。">
            <a:extLst>
              <a:ext uri="{FF2B5EF4-FFF2-40B4-BE49-F238E27FC236}">
                <a16:creationId xmlns:a16="http://schemas.microsoft.com/office/drawing/2014/main" id="{98221EBE-C2F8-262D-B70C-3B041080773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34178"/>
            <a:ext cx="8077200" cy="474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86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CC488-B6BF-ACF7-4971-DB1D9A57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100</a:t>
            </a:r>
            <a:r>
              <a:rPr kumimoji="1" lang="zh-CN" altLang="en-US" dirty="0"/>
              <a:t>个</a:t>
            </a:r>
            <a:r>
              <a:rPr kumimoji="1" lang="en-US" altLang="zh-CN" dirty="0"/>
              <a:t> Event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B-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number=1,</a:t>
            </a:r>
            <a:r>
              <a:rPr kumimoji="1" lang="zh-CN" altLang="en-US" dirty="0"/>
              <a:t> </a:t>
            </a:r>
            <a:r>
              <a:rPr kumimoji="1" lang="en-US" altLang="zh-CN" dirty="0"/>
              <a:t>1GeV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7B27BB-CDCB-04AC-CD1E-D9387FB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内容占位符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806A4DCF-BD36-2F45-98ED-967715EF053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8077200" cy="38034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8377A6-1B48-544C-49C8-1105A0AE32FE}"/>
              </a:ext>
            </a:extLst>
          </p:cNvPr>
          <p:cNvSpPr txBox="1"/>
          <p:nvPr/>
        </p:nvSpPr>
        <p:spPr>
          <a:xfrm>
            <a:off x="2057400" y="5293327"/>
            <a:ext cx="571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Envelope 全长：        ────────────── 100%</a:t>
            </a:r>
          </a:p>
          <a:p>
            <a:r>
              <a:rPr lang="zh-CN" altLang="en-US" dirty="0"/>
              <a:t>发射点随机区域   ：      ───────── 80%</a:t>
            </a:r>
          </a:p>
        </p:txBody>
      </p:sp>
    </p:spTree>
    <p:extLst>
      <p:ext uri="{BB962C8B-B14F-4D97-AF65-F5344CB8AC3E}">
        <p14:creationId xmlns:p14="http://schemas.microsoft.com/office/powerpoint/2010/main" val="458603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9EA1FD8-EF64-13B4-823F-D22A4E51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9A2CBF-B37A-9042-D819-012D07D1B3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81000"/>
            <a:ext cx="8077200" cy="5638800"/>
          </a:xfrm>
        </p:spPr>
        <p:txBody>
          <a:bodyPr/>
          <a:lstStyle/>
          <a:p>
            <a:pPr marL="0" indent="0">
              <a:buNone/>
            </a:pPr>
            <a:r>
              <a:rPr lang="en" altLang="zh-CN" b="1" dirty="0"/>
              <a:t>✔ size = 0.8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表示取 </a:t>
            </a:r>
            <a:r>
              <a:rPr lang="en" altLang="zh-CN" dirty="0"/>
              <a:t>Envelope </a:t>
            </a:r>
            <a:r>
              <a:rPr lang="zh-CN" altLang="en-US" dirty="0"/>
              <a:t>的 </a:t>
            </a:r>
            <a:r>
              <a:rPr lang="en-US" altLang="zh-CN" dirty="0"/>
              <a:t>80% </a:t>
            </a:r>
            <a:r>
              <a:rPr lang="zh-CN" altLang="en-US" dirty="0"/>
              <a:t>区域，避免粒子贴边。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✔ </a:t>
            </a:r>
            <a:r>
              <a:rPr lang="en" altLang="zh-CN" b="1" dirty="0"/>
              <a:t>x0</a:t>
            </a:r>
            <a:r>
              <a:rPr lang="zh-CN" altLang="en" b="1" dirty="0"/>
              <a:t>、</a:t>
            </a:r>
            <a:r>
              <a:rPr lang="en" altLang="zh-CN" b="1" dirty="0"/>
              <a:t>y0</a:t>
            </a:r>
          </a:p>
          <a:p>
            <a:pPr marL="0" indent="0">
              <a:buNone/>
            </a:pPr>
            <a:r>
              <a:rPr lang="en" altLang="zh-CN" dirty="0"/>
              <a:t>	G4UniformRand() </a:t>
            </a:r>
            <a:r>
              <a:rPr lang="zh-CN" altLang="en-US" dirty="0"/>
              <a:t>产生 </a:t>
            </a:r>
            <a:r>
              <a:rPr lang="en-US" altLang="zh-CN" dirty="0"/>
              <a:t>0~1 </a:t>
            </a:r>
            <a:r>
              <a:rPr lang="zh-CN" altLang="en-US" dirty="0"/>
              <a:t>随机数</a:t>
            </a:r>
            <a:br>
              <a:rPr lang="zh-CN" altLang="en-US" dirty="0"/>
            </a:br>
            <a:r>
              <a:rPr lang="en-US" altLang="zh-CN" dirty="0"/>
              <a:t>	</a:t>
            </a:r>
            <a:r>
              <a:rPr lang="en" altLang="zh-CN" dirty="0"/>
              <a:t>G4UniformRand() - 0.5 → </a:t>
            </a:r>
            <a:r>
              <a:rPr lang="zh-CN" altLang="en-US" dirty="0"/>
              <a:t>变成 </a:t>
            </a:r>
            <a:r>
              <a:rPr lang="en-US" altLang="zh-CN" dirty="0"/>
              <a:t>-0.5 </a:t>
            </a:r>
            <a:r>
              <a:rPr lang="zh-CN" altLang="en-US" dirty="0"/>
              <a:t>到 </a:t>
            </a:r>
            <a:r>
              <a:rPr lang="en-US" altLang="zh-CN" dirty="0"/>
              <a:t>0.5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乘上全长 → 得到 </a:t>
            </a:r>
            <a:r>
              <a:rPr lang="en-US" altLang="zh-CN" dirty="0"/>
              <a:t>-0.5</a:t>
            </a:r>
            <a:r>
              <a:rPr lang="en" altLang="zh-CN" i="1" dirty="0"/>
              <a:t>L </a:t>
            </a:r>
            <a:r>
              <a:rPr lang="zh-CN" altLang="en-US" i="1" dirty="0"/>
              <a:t>到 </a:t>
            </a:r>
            <a:r>
              <a:rPr lang="en-US" altLang="zh-CN" i="1" dirty="0"/>
              <a:t>+0.5</a:t>
            </a:r>
            <a:r>
              <a:rPr lang="en" altLang="zh-CN" dirty="0"/>
              <a:t>L </a:t>
            </a:r>
            <a:r>
              <a:rPr lang="zh-CN" altLang="en-US" dirty="0"/>
              <a:t>的随机值</a:t>
            </a:r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所以 </a:t>
            </a:r>
            <a:r>
              <a:rPr lang="en" altLang="zh-CN" b="1" dirty="0"/>
              <a:t>x0/y0 </a:t>
            </a:r>
            <a:r>
              <a:rPr lang="zh-CN" altLang="en-US" b="1" dirty="0"/>
              <a:t>是在 </a:t>
            </a:r>
            <a:r>
              <a:rPr lang="en" altLang="zh-CN" b="1" dirty="0"/>
              <a:t>Envelope </a:t>
            </a:r>
            <a:r>
              <a:rPr lang="zh-CN" altLang="en-US" b="1" dirty="0"/>
              <a:t>正面随机均匀分布点</a:t>
            </a:r>
            <a:endParaRPr lang="zh-CN" altLang="en-US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✔ </a:t>
            </a:r>
            <a:r>
              <a:rPr lang="en" altLang="zh-CN" b="1" dirty="0"/>
              <a:t>z0 = -0.5 * </a:t>
            </a:r>
            <a:r>
              <a:rPr lang="en" altLang="zh-CN" b="1" dirty="0" err="1"/>
              <a:t>envSizeZ</a:t>
            </a:r>
            <a:endParaRPr lang="en" altLang="zh-CN" b="1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把粒子放在 </a:t>
            </a:r>
            <a:r>
              <a:rPr lang="en" altLang="zh-CN" dirty="0"/>
              <a:t>Envelope </a:t>
            </a:r>
            <a:r>
              <a:rPr lang="zh-CN" altLang="en-US" dirty="0"/>
              <a:t>的前表面（</a:t>
            </a:r>
            <a:r>
              <a:rPr lang="en" altLang="zh-CN" dirty="0"/>
              <a:t>Z </a:t>
            </a:r>
            <a:r>
              <a:rPr lang="zh-CN" altLang="en-US" dirty="0"/>
              <a:t>前端）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0BE44E-6677-22CD-CE3C-DB118E2A7822}"/>
              </a:ext>
            </a:extLst>
          </p:cNvPr>
          <p:cNvSpPr txBox="1"/>
          <p:nvPr/>
        </p:nvSpPr>
        <p:spPr>
          <a:xfrm>
            <a:off x="1591113" y="6199011"/>
            <a:ext cx="611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--------------------------------</a:t>
            </a:r>
            <a:r>
              <a:rPr kumimoji="1" lang="zh-CN" altLang="en-US" dirty="0">
                <a:solidFill>
                  <a:srgbClr val="FF0000"/>
                </a:solidFill>
              </a:rPr>
              <a:t>整个函数结束</a:t>
            </a:r>
            <a:r>
              <a:rPr kumimoji="1" lang="en-US" altLang="zh-CN" dirty="0">
                <a:solidFill>
                  <a:srgbClr val="FF0000"/>
                </a:solidFill>
              </a:rPr>
              <a:t>-------------------------------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11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1B3AD-F469-058E-F410-E7A76BD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如何调用函数 </a:t>
            </a:r>
            <a:r>
              <a:rPr kumimoji="1" lang="en" altLang="zh-CN" dirty="0" err="1"/>
              <a:t>GeneratePrimaries</a:t>
            </a:r>
            <a:r>
              <a:rPr kumimoji="1" lang="zh-CN" altLang="en-US" dirty="0"/>
              <a:t>（）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7C6C59-8C4E-759F-6915-D8DBC07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B1C44AF-8703-B074-23B3-451D5054A96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46304" y="1028700"/>
            <a:ext cx="8921496" cy="11612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5488E98-CD82-0544-FBF4-16233D0B99DC}"/>
                  </a:ext>
                </a:extLst>
              </p14:cNvPr>
              <p14:cNvContentPartPr/>
              <p14:nvPr/>
            </p14:nvContentPartPr>
            <p14:xfrm>
              <a:off x="2203957" y="1089803"/>
              <a:ext cx="482400" cy="2124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5488E98-CD82-0544-FBF4-16233D0B99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5957" y="1072163"/>
                <a:ext cx="5180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B9ED09F-9B75-A803-85C3-76AF975487EA}"/>
                  </a:ext>
                </a:extLst>
              </p14:cNvPr>
              <p14:cNvContentPartPr/>
              <p14:nvPr/>
            </p14:nvContentPartPr>
            <p14:xfrm>
              <a:off x="736597" y="1633763"/>
              <a:ext cx="1647720" cy="1926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B9ED09F-9B75-A803-85C3-76AF975487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957" y="1616123"/>
                <a:ext cx="16833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50D6EA3-E9D2-9E8F-1360-8C28CC1E0DD8}"/>
                  </a:ext>
                </a:extLst>
              </p14:cNvPr>
              <p14:cNvContentPartPr/>
              <p14:nvPr/>
            </p14:nvContentPartPr>
            <p14:xfrm>
              <a:off x="3074437" y="1144883"/>
              <a:ext cx="2039760" cy="316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50D6EA3-E9D2-9E8F-1360-8C28CC1E0D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56797" y="1126883"/>
                <a:ext cx="2075400" cy="673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EBDE7298-6CE9-D095-1D5E-1A929124256E}"/>
              </a:ext>
            </a:extLst>
          </p:cNvPr>
          <p:cNvSpPr txBox="1"/>
          <p:nvPr/>
        </p:nvSpPr>
        <p:spPr>
          <a:xfrm>
            <a:off x="339923" y="2913546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 err="1"/>
              <a:t>GeneratePrimaries</a:t>
            </a:r>
            <a:r>
              <a:rPr lang="zh-CN" altLang="en-US" b="1" dirty="0">
                <a:solidFill>
                  <a:srgbClr val="0000FF"/>
                </a:solidFill>
              </a:rPr>
              <a:t>被 </a:t>
            </a:r>
            <a:r>
              <a:rPr lang="en" altLang="zh-CN" b="1" dirty="0">
                <a:solidFill>
                  <a:srgbClr val="0000FF"/>
                </a:solidFill>
              </a:rPr>
              <a:t>Geant4 </a:t>
            </a:r>
            <a:r>
              <a:rPr lang="zh-CN" altLang="en-US" b="1" dirty="0">
                <a:solidFill>
                  <a:srgbClr val="0000FF"/>
                </a:solidFill>
              </a:rPr>
              <a:t>框架内部自动调用的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0000FF"/>
                </a:solidFill>
              </a:rPr>
              <a:t>不会出现在用户的 </a:t>
            </a:r>
            <a:r>
              <a:rPr lang="en-US" altLang="zh-CN" b="1" dirty="0">
                <a:solidFill>
                  <a:srgbClr val="0000FF"/>
                </a:solidFill>
              </a:rPr>
              <a:t>.</a:t>
            </a:r>
            <a:r>
              <a:rPr lang="en" altLang="zh-CN" b="1" dirty="0">
                <a:solidFill>
                  <a:srgbClr val="0000FF"/>
                </a:solidFill>
              </a:rPr>
              <a:t>cc </a:t>
            </a:r>
            <a:r>
              <a:rPr lang="zh-CN" altLang="en-US" b="1" dirty="0">
                <a:solidFill>
                  <a:srgbClr val="0000FF"/>
                </a:solidFill>
              </a:rPr>
              <a:t>文件中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 ✔ 这个函数不是用户的程序调用</a:t>
            </a:r>
          </a:p>
          <a:p>
            <a:pPr>
              <a:buNone/>
            </a:pPr>
            <a:r>
              <a:rPr lang="zh-CN" altLang="en-US" b="1" dirty="0"/>
              <a:t>    ✔ 也不会出现在任何用户 </a:t>
            </a:r>
            <a:r>
              <a:rPr lang="en-US" altLang="zh-CN" b="1" dirty="0"/>
              <a:t>.</a:t>
            </a:r>
            <a:r>
              <a:rPr lang="en" altLang="zh-CN" b="1" dirty="0"/>
              <a:t>cc </a:t>
            </a:r>
            <a:r>
              <a:rPr lang="zh-CN" altLang="en-US" b="1" dirty="0"/>
              <a:t>文件中</a:t>
            </a:r>
          </a:p>
          <a:p>
            <a:pPr>
              <a:buNone/>
            </a:pPr>
            <a:r>
              <a:rPr lang="zh-CN" altLang="en-US" b="1" dirty="0"/>
              <a:t>    ✔ 它是在 </a:t>
            </a:r>
            <a:r>
              <a:rPr lang="en" altLang="zh-CN" b="1" dirty="0"/>
              <a:t>Geant4 </a:t>
            </a:r>
            <a:r>
              <a:rPr lang="zh-CN" altLang="en-US" b="1" dirty="0"/>
              <a:t>内部事件循环中，由 </a:t>
            </a:r>
            <a:r>
              <a:rPr lang="en" altLang="zh-CN" b="1" dirty="0" err="1"/>
              <a:t>RunManager</a:t>
            </a:r>
            <a:r>
              <a:rPr lang="en" altLang="zh-CN" b="1" dirty="0"/>
              <a:t> </a:t>
            </a:r>
            <a:r>
              <a:rPr lang="zh-CN" altLang="en-US" b="1" dirty="0"/>
              <a:t>自动调用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D5900C-94AF-FEFC-DD1D-93A656713FFA}"/>
              </a:ext>
            </a:extLst>
          </p:cNvPr>
          <p:cNvSpPr txBox="1"/>
          <p:nvPr/>
        </p:nvSpPr>
        <p:spPr>
          <a:xfrm>
            <a:off x="2019300" y="4347074"/>
            <a:ext cx="5257800" cy="175432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Geant4 </a:t>
            </a:r>
            <a:r>
              <a:rPr lang="zh-CN" altLang="en-US" dirty="0">
                <a:solidFill>
                  <a:srgbClr val="0000FF"/>
                </a:solidFill>
              </a:rPr>
              <a:t>内部调用</a:t>
            </a:r>
            <a:r>
              <a:rPr kumimoji="1" lang="en" altLang="zh-CN" dirty="0" err="1">
                <a:solidFill>
                  <a:srgbClr val="0000FF"/>
                </a:solidFill>
              </a:rPr>
              <a:t>GeneratePrimaries</a:t>
            </a:r>
            <a:r>
              <a:rPr kumimoji="1" lang="en" altLang="zh-CN" dirty="0">
                <a:solidFill>
                  <a:srgbClr val="0000FF"/>
                </a:solidFill>
              </a:rPr>
              <a:t>()</a:t>
            </a:r>
            <a:r>
              <a:rPr kumimoji="1" lang="zh-CN" altLang="en-US" dirty="0">
                <a:solidFill>
                  <a:srgbClr val="0000FF"/>
                </a:solidFill>
              </a:rPr>
              <a:t> 函数</a:t>
            </a:r>
            <a:r>
              <a:rPr lang="zh-CN" altLang="en-US" dirty="0">
                <a:solidFill>
                  <a:srgbClr val="0000FF"/>
                </a:solidFill>
              </a:rPr>
              <a:t>源代码</a:t>
            </a:r>
            <a:r>
              <a:rPr lang="en" altLang="zh-CN" dirty="0">
                <a:solidFill>
                  <a:srgbClr val="0000FF"/>
                </a:solidFill>
              </a:rPr>
              <a:t>/source/event/</a:t>
            </a:r>
            <a:r>
              <a:rPr lang="en" altLang="zh-CN" dirty="0" err="1">
                <a:solidFill>
                  <a:srgbClr val="0000FF"/>
                </a:solidFill>
              </a:rPr>
              <a:t>src</a:t>
            </a:r>
            <a:r>
              <a:rPr lang="en" altLang="zh-CN" dirty="0">
                <a:solidFill>
                  <a:srgbClr val="0000FF"/>
                </a:solidFill>
              </a:rPr>
              <a:t>/G4EventManager.cc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或 </a:t>
            </a:r>
            <a:r>
              <a:rPr lang="en" altLang="zh-CN" dirty="0">
                <a:solidFill>
                  <a:srgbClr val="0000FF"/>
                </a:solidFill>
              </a:rPr>
              <a:t>/source/run/</a:t>
            </a:r>
            <a:r>
              <a:rPr lang="en" altLang="zh-CN" dirty="0" err="1">
                <a:solidFill>
                  <a:srgbClr val="0000FF"/>
                </a:solidFill>
              </a:rPr>
              <a:t>src</a:t>
            </a:r>
            <a:r>
              <a:rPr lang="en" altLang="zh-CN" dirty="0">
                <a:solidFill>
                  <a:srgbClr val="0000FF"/>
                </a:solidFill>
              </a:rPr>
              <a:t>/G4RunManager.cc</a:t>
            </a: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for each event: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    userPrimaryGenerator-&gt;GeneratePrimaries(event)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6BA878-DE89-9144-6E65-F52C3EA1783B}"/>
              </a:ext>
            </a:extLst>
          </p:cNvPr>
          <p:cNvSpPr txBox="1"/>
          <p:nvPr/>
        </p:nvSpPr>
        <p:spPr>
          <a:xfrm>
            <a:off x="358316" y="2318724"/>
            <a:ext cx="4656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/>
              <a:t>grep </a:t>
            </a:r>
            <a:r>
              <a:rPr lang="zh-CN" altLang="en-US" b="1" dirty="0"/>
              <a:t>只看到 “声明</a:t>
            </a:r>
            <a:r>
              <a:rPr lang="en-US" altLang="zh-CN" b="1" dirty="0"/>
              <a:t>(.</a:t>
            </a:r>
            <a:r>
              <a:rPr lang="en-US" altLang="zh-CN" b="1" dirty="0" err="1"/>
              <a:t>hh</a:t>
            </a:r>
            <a:r>
              <a:rPr lang="en-US" altLang="zh-CN" b="1" dirty="0"/>
              <a:t>)</a:t>
            </a:r>
            <a:r>
              <a:rPr lang="zh-CN" altLang="en-US" b="1" dirty="0"/>
              <a:t>” 和 “定义</a:t>
            </a:r>
            <a:r>
              <a:rPr lang="en-US" altLang="zh-CN" b="1" dirty="0"/>
              <a:t>(.cc)</a:t>
            </a:r>
            <a:r>
              <a:rPr lang="zh-CN" alt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628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06A22-CFD3-5D49-38E7-F937AC82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注意事项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B0524C-AE43-976D-983E-50F457C57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4B4C42-3AC6-D535-7AD9-F7E8A221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92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G4ParticleGun vs. </a:t>
            </a:r>
            <a:r>
              <a:rPr dirty="0" err="1"/>
              <a:t>GPS（可选更换</a:t>
            </a:r>
            <a:r>
              <a:rPr dirty="0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029200"/>
          </a:xfrm>
        </p:spPr>
        <p:txBody>
          <a:bodyPr/>
          <a:lstStyle/>
          <a:p>
            <a:r>
              <a:rPr dirty="0" err="1"/>
              <a:t>ParticleGun：代码中手动设置，简单、轻量，适合教学与基准测试</a:t>
            </a:r>
            <a:endParaRPr dirty="0"/>
          </a:p>
          <a:p>
            <a:r>
              <a:rPr dirty="0" err="1"/>
              <a:t>GPS（General</a:t>
            </a:r>
            <a:r>
              <a:rPr dirty="0"/>
              <a:t> Particle Source）：</a:t>
            </a:r>
            <a:r>
              <a:rPr dirty="0" err="1"/>
              <a:t>通过宏灵活配置能谱</a:t>
            </a:r>
            <a:r>
              <a:rPr dirty="0"/>
              <a:t>/</a:t>
            </a:r>
            <a:r>
              <a:rPr dirty="0" err="1"/>
              <a:t>角分布</a:t>
            </a:r>
            <a:r>
              <a:rPr dirty="0"/>
              <a:t>/</a:t>
            </a:r>
            <a:r>
              <a:rPr dirty="0" err="1"/>
              <a:t>空间分布</a:t>
            </a:r>
            <a:endParaRPr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C++</a:t>
            </a:r>
            <a:r>
              <a:rPr lang="zh-CN" altLang="en-US" dirty="0">
                <a:solidFill>
                  <a:srgbClr val="FF0000"/>
                </a:solidFill>
              </a:rPr>
              <a:t>命令</a:t>
            </a:r>
            <a:r>
              <a:rPr dirty="0" err="1">
                <a:solidFill>
                  <a:srgbClr val="FF0000"/>
                </a:solidFill>
              </a:rPr>
              <a:t>行替换：</a:t>
            </a:r>
            <a:r>
              <a:rPr dirty="0" err="1"/>
              <a:t>用</a:t>
            </a:r>
            <a:r>
              <a:rPr dirty="0"/>
              <a:t> G4GeneralParticleSource </a:t>
            </a:r>
            <a:r>
              <a:rPr dirty="0" err="1"/>
              <a:t>代替</a:t>
            </a:r>
            <a:r>
              <a:rPr dirty="0"/>
              <a:t> G4ParticleGun</a:t>
            </a:r>
          </a:p>
          <a:p>
            <a:pPr lvl="1"/>
            <a:r>
              <a:rPr dirty="0" err="1">
                <a:solidFill>
                  <a:srgbClr val="FF0000"/>
                </a:solidFill>
              </a:rPr>
              <a:t>并在宏</a:t>
            </a:r>
            <a:r>
              <a:rPr lang="zh-CN" altLang="en-US" dirty="0">
                <a:solidFill>
                  <a:srgbClr val="FF0000"/>
                </a:solidFill>
              </a:rPr>
              <a:t>文件</a:t>
            </a:r>
            <a:r>
              <a:rPr dirty="0" err="1">
                <a:solidFill>
                  <a:srgbClr val="FF0000"/>
                </a:solidFill>
              </a:rPr>
              <a:t>中使用</a:t>
            </a:r>
            <a:r>
              <a:rPr dirty="0">
                <a:solidFill>
                  <a:srgbClr val="FF0000"/>
                </a:solidFill>
              </a:rPr>
              <a:t> /</a:t>
            </a:r>
            <a:r>
              <a:rPr dirty="0" err="1">
                <a:solidFill>
                  <a:srgbClr val="FF0000"/>
                </a:solidFill>
              </a:rPr>
              <a:t>gps</a:t>
            </a:r>
            <a:r>
              <a:rPr dirty="0">
                <a:solidFill>
                  <a:srgbClr val="FF0000"/>
                </a:solidFill>
              </a:rPr>
              <a:t>/... </a:t>
            </a:r>
            <a:r>
              <a:rPr dirty="0" err="1">
                <a:solidFill>
                  <a:srgbClr val="FF0000"/>
                </a:solidFill>
              </a:rPr>
              <a:t>命令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04B6A-4C63-F5CB-5341-EC6E166F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GPS </a:t>
            </a:r>
            <a:r>
              <a:rPr kumimoji="1" lang="zh-CN" altLang="en-US" dirty="0"/>
              <a:t>命令行设定方式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43D5B1-5A80-2F0E-F920-9E0A455B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5C03C8-A451-6CD4-08A6-425D2480C32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6769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头文件声明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.cc </a:t>
            </a:r>
            <a:r>
              <a:rPr kumimoji="1" lang="zh-CN" altLang="en-US" dirty="0"/>
              <a:t>文件进行构造函数和析构函数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lang="en" altLang="zh-CN" dirty="0" err="1"/>
              <a:t>GeneratePrimaries</a:t>
            </a:r>
            <a:r>
              <a:rPr lang="en" altLang="zh-CN" dirty="0"/>
              <a:t> </a:t>
            </a:r>
            <a:r>
              <a:rPr lang="zh-CN" altLang="en-US" dirty="0"/>
              <a:t>中使用 </a:t>
            </a:r>
            <a:r>
              <a:rPr lang="en" altLang="zh-CN" dirty="0"/>
              <a:t>GPS</a:t>
            </a:r>
          </a:p>
          <a:p>
            <a:endParaRPr kumimoji="1" lang="en" altLang="zh-CN" dirty="0"/>
          </a:p>
          <a:p>
            <a:endParaRPr kumimoji="1" lang="en" altLang="zh-CN" dirty="0"/>
          </a:p>
          <a:p>
            <a:endParaRPr kumimoji="1" lang="en" altLang="zh-CN" dirty="0"/>
          </a:p>
          <a:p>
            <a:r>
              <a:rPr kumimoji="1" lang="zh-CN" altLang="en" dirty="0"/>
              <a:t>删除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9895E-57DD-34F7-BF15-FF92E929C6D3}"/>
              </a:ext>
            </a:extLst>
          </p:cNvPr>
          <p:cNvSpPr txBox="1"/>
          <p:nvPr/>
        </p:nvSpPr>
        <p:spPr>
          <a:xfrm>
            <a:off x="1752600" y="1447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G4GeneralParticleSource* fGPS;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F11C5A-7218-B76C-55B2-36E759DC3076}"/>
              </a:ext>
            </a:extLst>
          </p:cNvPr>
          <p:cNvSpPr txBox="1"/>
          <p:nvPr/>
        </p:nvSpPr>
        <p:spPr>
          <a:xfrm>
            <a:off x="1755422" y="2590800"/>
            <a:ext cx="5026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PrimaryGeneratorAction::PrimaryGeneratorAction()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{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fGPS = new G4GeneralParticleSource();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8BACB1-1DD0-A484-1FC8-99C40732B382}"/>
              </a:ext>
            </a:extLst>
          </p:cNvPr>
          <p:cNvSpPr txBox="1"/>
          <p:nvPr/>
        </p:nvSpPr>
        <p:spPr>
          <a:xfrm>
            <a:off x="1752600" y="4455974"/>
            <a:ext cx="594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void PrimaryGeneratorAction::GeneratePrimaries(G4Event* event)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{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fGPS-&gt;GeneratePrimaryVertex(event);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A50FBB-F729-4C8A-500E-43DDD2CBE151}"/>
              </a:ext>
            </a:extLst>
          </p:cNvPr>
          <p:cNvSpPr txBox="1"/>
          <p:nvPr/>
        </p:nvSpPr>
        <p:spPr>
          <a:xfrm>
            <a:off x="1828800" y="6214030"/>
            <a:ext cx="45720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delete fGPS;</a:t>
            </a:r>
          </a:p>
        </p:txBody>
      </p:sp>
    </p:spTree>
    <p:extLst>
      <p:ext uri="{BB962C8B-B14F-4D97-AF65-F5344CB8AC3E}">
        <p14:creationId xmlns:p14="http://schemas.microsoft.com/office/powerpoint/2010/main" val="3044103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84080-8722-330A-8DFD-80813B4F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GPS </a:t>
            </a:r>
            <a:r>
              <a:rPr kumimoji="1" lang="zh-CN" altLang="en-US" dirty="0"/>
              <a:t>宏文件中使用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803DD33-8088-6CE7-B612-7F430FB8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F41F53-403A-045C-C5BD-EE9F8E142A46}"/>
              </a:ext>
            </a:extLst>
          </p:cNvPr>
          <p:cNvSpPr txBox="1"/>
          <p:nvPr/>
        </p:nvSpPr>
        <p:spPr>
          <a:xfrm>
            <a:off x="3505200" y="1782509"/>
            <a:ext cx="23622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/gps/particle gamma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/gps/energy 1 MeV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/gps/position 0 0 -10 cm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/gps/direction 0 0 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525E8F-C6CC-F626-A876-306ADB8568AE}"/>
              </a:ext>
            </a:extLst>
          </p:cNvPr>
          <p:cNvSpPr txBox="1"/>
          <p:nvPr/>
        </p:nvSpPr>
        <p:spPr>
          <a:xfrm>
            <a:off x="3505200" y="3001709"/>
            <a:ext cx="23622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00FF"/>
                </a:solidFill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./exampleB1 run.mac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00D9A6-578A-2F0B-D555-2F50C60879A6}"/>
              </a:ext>
            </a:extLst>
          </p:cNvPr>
          <p:cNvSpPr txBox="1"/>
          <p:nvPr/>
        </p:nvSpPr>
        <p:spPr>
          <a:xfrm>
            <a:off x="640192" y="1161871"/>
            <a:ext cx="7208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定义一个 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  <a:r>
              <a:rPr lang="en" altLang="zh-CN" dirty="0">
                <a:solidFill>
                  <a:srgbClr val="FF0000"/>
                </a:solidFill>
              </a:rPr>
              <a:t>MeV </a:t>
            </a:r>
            <a:r>
              <a:rPr lang="zh-CN" altLang="en-US" dirty="0">
                <a:solidFill>
                  <a:srgbClr val="FF0000"/>
                </a:solidFill>
              </a:rPr>
              <a:t>的 </a:t>
            </a:r>
            <a:r>
              <a:rPr lang="el-GR" altLang="zh-CN" dirty="0">
                <a:solidFill>
                  <a:srgbClr val="FF0000"/>
                </a:solidFill>
              </a:rPr>
              <a:t>γ </a:t>
            </a:r>
            <a:r>
              <a:rPr lang="zh-CN" altLang="en-US" dirty="0">
                <a:solidFill>
                  <a:srgbClr val="FF0000"/>
                </a:solidFill>
              </a:rPr>
              <a:t>光子，在位置（</a:t>
            </a:r>
            <a:r>
              <a:rPr lang="en-US" altLang="zh-CN" dirty="0">
                <a:solidFill>
                  <a:srgbClr val="FF0000"/>
                </a:solidFill>
              </a:rPr>
              <a:t>0,0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-10</a:t>
            </a:r>
            <a:r>
              <a:rPr lang="zh-CN" altLang="en-US" dirty="0">
                <a:solidFill>
                  <a:srgbClr val="FF0000"/>
                </a:solidFill>
              </a:rPr>
              <a:t>），向 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en" altLang="zh-CN" dirty="0">
                <a:solidFill>
                  <a:srgbClr val="FF0000"/>
                </a:solidFill>
              </a:rPr>
              <a:t>Z </a:t>
            </a:r>
            <a:r>
              <a:rPr lang="zh-CN" altLang="en-US" dirty="0">
                <a:solidFill>
                  <a:srgbClr val="FF0000"/>
                </a:solidFill>
              </a:rPr>
              <a:t>方向射入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21AD9F-52E9-0090-0CCB-8EA18B722812}"/>
              </a:ext>
            </a:extLst>
          </p:cNvPr>
          <p:cNvSpPr txBox="1"/>
          <p:nvPr/>
        </p:nvSpPr>
        <p:spPr>
          <a:xfrm>
            <a:off x="678744" y="3649134"/>
            <a:ext cx="220980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/gps/particle e-</a:t>
            </a:r>
          </a:p>
          <a:p>
            <a:r>
              <a:rPr lang="zh-CN" altLang="en-US" dirty="0"/>
              <a:t>/gps/energy 10 MeV</a:t>
            </a:r>
          </a:p>
          <a:p>
            <a:r>
              <a:rPr lang="zh-CN" altLang="en-US" dirty="0"/>
              <a:t>/gps/position 5 cm 0 0</a:t>
            </a:r>
          </a:p>
          <a:p>
            <a:r>
              <a:rPr lang="zh-CN" altLang="en-US" dirty="0"/>
              <a:t>/gps/direction -1 0 0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BFDF40-0EC3-5EE4-4AEA-5C380A717C06}"/>
              </a:ext>
            </a:extLst>
          </p:cNvPr>
          <p:cNvSpPr txBox="1"/>
          <p:nvPr/>
        </p:nvSpPr>
        <p:spPr>
          <a:xfrm>
            <a:off x="3390900" y="3663246"/>
            <a:ext cx="236220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/gps/particle proton</a:t>
            </a:r>
          </a:p>
          <a:p>
            <a:r>
              <a:rPr lang="zh-CN" altLang="en-US" dirty="0"/>
              <a:t>/gps/energy 100 MeV</a:t>
            </a:r>
          </a:p>
          <a:p>
            <a:r>
              <a:rPr lang="zh-CN" altLang="en-US" dirty="0"/>
              <a:t>/gps/position 0 5 cm 0</a:t>
            </a:r>
          </a:p>
          <a:p>
            <a:r>
              <a:rPr lang="zh-CN" altLang="en-US" dirty="0"/>
              <a:t>/gps/direction 0 -1 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A1C9B0-9691-34FF-24DA-08C1FE7BC2D1}"/>
              </a:ext>
            </a:extLst>
          </p:cNvPr>
          <p:cNvSpPr txBox="1"/>
          <p:nvPr/>
        </p:nvSpPr>
        <p:spPr>
          <a:xfrm>
            <a:off x="6129865" y="3787633"/>
            <a:ext cx="259080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/gps/particle neutron</a:t>
            </a:r>
          </a:p>
          <a:p>
            <a:r>
              <a:rPr lang="zh-CN" altLang="en-US" dirty="0"/>
              <a:t>/gps/energy 2 MeV</a:t>
            </a:r>
          </a:p>
          <a:p>
            <a:r>
              <a:rPr lang="zh-CN" altLang="en-US" dirty="0"/>
              <a:t>/gps/direction 0.7 0.2 0.68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4CFF45-337B-2063-AB25-C4B63E1D42D3}"/>
              </a:ext>
            </a:extLst>
          </p:cNvPr>
          <p:cNvSpPr txBox="1"/>
          <p:nvPr/>
        </p:nvSpPr>
        <p:spPr>
          <a:xfrm>
            <a:off x="395111" y="4936869"/>
            <a:ext cx="277706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✔ 示例 </a:t>
            </a:r>
            <a:r>
              <a:rPr lang="en" altLang="zh-CN" dirty="0"/>
              <a:t>A</a:t>
            </a:r>
            <a:r>
              <a:rPr lang="zh-CN" altLang="en" dirty="0"/>
              <a:t>：</a:t>
            </a:r>
            <a:r>
              <a:rPr lang="zh-CN" altLang="en-US" dirty="0"/>
              <a:t>电子（</a:t>
            </a:r>
            <a:r>
              <a:rPr lang="en-US" altLang="zh-CN" dirty="0"/>
              <a:t>10 </a:t>
            </a:r>
            <a:r>
              <a:rPr lang="en" altLang="zh-CN" dirty="0"/>
              <a:t>MeV</a:t>
            </a:r>
            <a:r>
              <a:rPr lang="zh-CN" altLang="en" dirty="0"/>
              <a:t>）</a:t>
            </a:r>
            <a:r>
              <a:rPr lang="zh-CN" altLang="en-US" dirty="0"/>
              <a:t>从右侧射入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E2BFE3-8DA9-C026-F3DB-9A76CAE1126F}"/>
              </a:ext>
            </a:extLst>
          </p:cNvPr>
          <p:cNvSpPr txBox="1"/>
          <p:nvPr/>
        </p:nvSpPr>
        <p:spPr>
          <a:xfrm>
            <a:off x="3292123" y="4936869"/>
            <a:ext cx="294075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✔ 示例 </a:t>
            </a:r>
            <a:r>
              <a:rPr lang="en" altLang="zh-CN" dirty="0"/>
              <a:t>B</a:t>
            </a:r>
            <a:r>
              <a:rPr lang="zh-CN" altLang="en" dirty="0"/>
              <a:t>：</a:t>
            </a:r>
            <a:r>
              <a:rPr lang="zh-CN" altLang="en-US" dirty="0"/>
              <a:t>质子（</a:t>
            </a:r>
            <a:r>
              <a:rPr lang="en-US" altLang="zh-CN" dirty="0"/>
              <a:t>100 </a:t>
            </a:r>
            <a:r>
              <a:rPr lang="en" altLang="zh-CN" dirty="0"/>
              <a:t>MeV</a:t>
            </a:r>
            <a:r>
              <a:rPr lang="zh-CN" altLang="en" dirty="0"/>
              <a:t>）</a:t>
            </a:r>
            <a:r>
              <a:rPr lang="zh-CN" altLang="en-US" dirty="0"/>
              <a:t>从顶部射入（向 </a:t>
            </a:r>
            <a:r>
              <a:rPr lang="en-US" altLang="zh-CN" dirty="0"/>
              <a:t>-</a:t>
            </a:r>
            <a:r>
              <a:rPr lang="en" altLang="zh-CN" dirty="0"/>
              <a:t>Y </a:t>
            </a:r>
            <a:r>
              <a:rPr lang="zh-CN" altLang="en-US" dirty="0"/>
              <a:t>打）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5B8DCE-80AE-24D2-CF9A-3975DD7FBD8A}"/>
              </a:ext>
            </a:extLst>
          </p:cNvPr>
          <p:cNvSpPr txBox="1"/>
          <p:nvPr/>
        </p:nvSpPr>
        <p:spPr>
          <a:xfrm>
            <a:off x="6352822" y="4903931"/>
            <a:ext cx="259080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dirty="0"/>
              <a:t>✔ 示例 </a:t>
            </a:r>
            <a:r>
              <a:rPr lang="en" altLang="zh-CN" dirty="0"/>
              <a:t>C</a:t>
            </a:r>
            <a:r>
              <a:rPr lang="zh-CN" altLang="en" dirty="0"/>
              <a:t>：</a:t>
            </a:r>
            <a:r>
              <a:rPr lang="zh-CN" altLang="en-US" dirty="0"/>
              <a:t>中子（</a:t>
            </a:r>
            <a:r>
              <a:rPr lang="en-US" altLang="zh-CN" dirty="0"/>
              <a:t>2 </a:t>
            </a:r>
            <a:r>
              <a:rPr lang="en" altLang="zh-CN" dirty="0"/>
              <a:t>MeV</a:t>
            </a:r>
            <a:r>
              <a:rPr lang="zh-CN" altLang="en" dirty="0"/>
              <a:t>）</a:t>
            </a:r>
            <a:r>
              <a:rPr lang="zh-CN" altLang="en-US" dirty="0"/>
              <a:t>从斜方向射入</a:t>
            </a:r>
          </a:p>
        </p:txBody>
      </p:sp>
    </p:spTree>
    <p:extLst>
      <p:ext uri="{BB962C8B-B14F-4D97-AF65-F5344CB8AC3E}">
        <p14:creationId xmlns:p14="http://schemas.microsoft.com/office/powerpoint/2010/main" val="342201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1966D-593D-2A27-E717-E171909E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GPS </a:t>
            </a:r>
            <a:r>
              <a:rPr kumimoji="1" lang="zh-CN" altLang="en-US" dirty="0"/>
              <a:t>宏文件中使用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3178F-9B3D-D85F-BDDD-3E64B1E7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B4ED4E-2629-5837-F485-95C5B6A2D9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3340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点源、球面面源、平面源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>
                <a:solidFill>
                  <a:srgbClr val="0000FF"/>
                </a:solidFill>
              </a:rPr>
              <a:t>点源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点源对应</a:t>
            </a:r>
            <a:r>
              <a:rPr lang="en-US" altLang="zh-CN" dirty="0">
                <a:solidFill>
                  <a:srgbClr val="0000FF"/>
                </a:solidFill>
              </a:rPr>
              <a:t> GPS </a:t>
            </a:r>
            <a:r>
              <a:rPr lang="zh-CN" altLang="en-US" dirty="0">
                <a:solidFill>
                  <a:srgbClr val="0000FF"/>
                </a:solidFill>
              </a:rPr>
              <a:t>内部，等效设置：</a:t>
            </a:r>
            <a:endParaRPr lang="en-US" altLang="zh-CN" dirty="0">
              <a:solidFill>
                <a:srgbClr val="0000FF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8220E5-A2A2-B156-CA07-75146FBF3677}"/>
              </a:ext>
            </a:extLst>
          </p:cNvPr>
          <p:cNvSpPr txBox="1"/>
          <p:nvPr/>
        </p:nvSpPr>
        <p:spPr>
          <a:xfrm>
            <a:off x="1371600" y="278266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/gps/pos/type Point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/gps/pos/centre 0 0 0 cm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F1FF2A-9D83-DB0B-E15C-60E1EDA1BD09}"/>
              </a:ext>
            </a:extLst>
          </p:cNvPr>
          <p:cNvSpPr txBox="1"/>
          <p:nvPr/>
        </p:nvSpPr>
        <p:spPr>
          <a:xfrm>
            <a:off x="1244600" y="4537145"/>
            <a:ext cx="533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position distribution = delta function（δ 函数）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B24FD1-BB22-DC8E-7A68-D8184184CA66}"/>
              </a:ext>
            </a:extLst>
          </p:cNvPr>
          <p:cNvSpPr txBox="1"/>
          <p:nvPr/>
        </p:nvSpPr>
        <p:spPr>
          <a:xfrm>
            <a:off x="4648200" y="262134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源的位置是一个“单点”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粒子总是从原点（</a:t>
            </a:r>
            <a:r>
              <a:rPr lang="en-US" altLang="zh-CN" dirty="0"/>
              <a:t>0, 0 , 0</a:t>
            </a:r>
            <a:r>
              <a:rPr lang="zh-CN" altLang="en-US" dirty="0"/>
              <a:t>）发射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不会在空间中随机分布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D6DC5A-939C-93CF-1BDD-761E328049E2}"/>
              </a:ext>
            </a:extLst>
          </p:cNvPr>
          <p:cNvSpPr txBox="1"/>
          <p:nvPr/>
        </p:nvSpPr>
        <p:spPr>
          <a:xfrm>
            <a:off x="1244600" y="5141543"/>
            <a:ext cx="469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 </a:t>
            </a:r>
            <a:r>
              <a:rPr lang="el-GR" altLang="zh-CN" dirty="0"/>
              <a:t>δ </a:t>
            </a:r>
            <a:r>
              <a:rPr lang="zh-CN" altLang="en-US" dirty="0"/>
              <a:t>函数把“离散概率”嵌入连续 </a:t>
            </a:r>
            <a:r>
              <a:rPr lang="en" altLang="zh-CN" dirty="0"/>
              <a:t>pdf </a:t>
            </a:r>
            <a:r>
              <a:rPr lang="zh-CN" altLang="en-US" dirty="0"/>
              <a:t>的框架，</a:t>
            </a:r>
            <a:r>
              <a:rPr lang="zh-CN" altLang="en-US" b="1" dirty="0"/>
              <a:t>让它在连续积分时仍然有效</a:t>
            </a:r>
          </a:p>
        </p:txBody>
      </p:sp>
    </p:spTree>
    <p:extLst>
      <p:ext uri="{BB962C8B-B14F-4D97-AF65-F5344CB8AC3E}">
        <p14:creationId xmlns:p14="http://schemas.microsoft.com/office/powerpoint/2010/main" val="97491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A780-2437-2734-C2C6-04BE4181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D0E86-2745-60F8-F110-4BAB1114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GPS </a:t>
            </a:r>
            <a:r>
              <a:rPr kumimoji="1" lang="zh-CN" altLang="en-US" dirty="0"/>
              <a:t>宏文件中使用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87590B-9C31-C9DD-F24B-1580AC5A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7848A-E319-D3E0-BD74-B229BD742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33400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点源、球面面源、平面源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b="1" dirty="0">
                <a:solidFill>
                  <a:srgbClr val="0000FF"/>
                </a:solidFill>
              </a:rPr>
              <a:t>面源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zh-CN" altLang="en-US" sz="2800" dirty="0">
                <a:solidFill>
                  <a:srgbClr val="0000FF"/>
                </a:solidFill>
              </a:rPr>
              <a:t>平面源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E66B53-E2C6-B094-924E-3F60D2AFD646}"/>
              </a:ext>
            </a:extLst>
          </p:cNvPr>
          <p:cNvSpPr txBox="1"/>
          <p:nvPr/>
        </p:nvSpPr>
        <p:spPr>
          <a:xfrm>
            <a:off x="1244600" y="4537145"/>
            <a:ext cx="533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</a:rPr>
              <a:t>/</a:t>
            </a:r>
            <a:r>
              <a:rPr lang="en" altLang="zh-CN" sz="2000" dirty="0" err="1">
                <a:solidFill>
                  <a:srgbClr val="0000FF"/>
                </a:solidFill>
              </a:rPr>
              <a:t>gps</a:t>
            </a:r>
            <a:r>
              <a:rPr lang="en" altLang="zh-CN" sz="2000" dirty="0">
                <a:solidFill>
                  <a:srgbClr val="0000FF"/>
                </a:solidFill>
              </a:rPr>
              <a:t>/pos/type Plane</a:t>
            </a:r>
          </a:p>
          <a:p>
            <a:r>
              <a:rPr lang="en" altLang="zh-CN" sz="2000" dirty="0">
                <a:solidFill>
                  <a:srgbClr val="0000FF"/>
                </a:solidFill>
              </a:rPr>
              <a:t>/</a:t>
            </a:r>
            <a:r>
              <a:rPr lang="en" altLang="zh-CN" sz="2000" dirty="0" err="1">
                <a:solidFill>
                  <a:srgbClr val="0000FF"/>
                </a:solidFill>
              </a:rPr>
              <a:t>gps</a:t>
            </a:r>
            <a:r>
              <a:rPr lang="en" altLang="zh-CN" sz="2000" dirty="0">
                <a:solidFill>
                  <a:srgbClr val="0000FF"/>
                </a:solidFill>
              </a:rPr>
              <a:t>/pos/shape Square</a:t>
            </a:r>
          </a:p>
          <a:p>
            <a:r>
              <a:rPr lang="en" altLang="zh-CN" sz="2000" dirty="0">
                <a:solidFill>
                  <a:srgbClr val="0000FF"/>
                </a:solidFill>
              </a:rPr>
              <a:t>/</a:t>
            </a:r>
            <a:r>
              <a:rPr lang="en" altLang="zh-CN" sz="2000" dirty="0" err="1">
                <a:solidFill>
                  <a:srgbClr val="0000FF"/>
                </a:solidFill>
              </a:rPr>
              <a:t>gps</a:t>
            </a:r>
            <a:r>
              <a:rPr lang="en" altLang="zh-CN" sz="2000" dirty="0">
                <a:solidFill>
                  <a:srgbClr val="0000FF"/>
                </a:solidFill>
              </a:rPr>
              <a:t>/pos/</a:t>
            </a:r>
            <a:r>
              <a:rPr lang="en" altLang="zh-CN" sz="2000" dirty="0" err="1">
                <a:solidFill>
                  <a:srgbClr val="0000FF"/>
                </a:solidFill>
              </a:rPr>
              <a:t>halfx</a:t>
            </a:r>
            <a:r>
              <a:rPr lang="en" altLang="zh-CN" sz="2000" dirty="0">
                <a:solidFill>
                  <a:srgbClr val="0000FF"/>
                </a:solidFill>
              </a:rPr>
              <a:t> 17.5 cm</a:t>
            </a:r>
          </a:p>
          <a:p>
            <a:r>
              <a:rPr lang="en" altLang="zh-CN" sz="2000" dirty="0">
                <a:solidFill>
                  <a:srgbClr val="0000FF"/>
                </a:solidFill>
              </a:rPr>
              <a:t>/</a:t>
            </a:r>
            <a:r>
              <a:rPr lang="en" altLang="zh-CN" sz="2000" dirty="0" err="1">
                <a:solidFill>
                  <a:srgbClr val="0000FF"/>
                </a:solidFill>
              </a:rPr>
              <a:t>gps</a:t>
            </a:r>
            <a:r>
              <a:rPr lang="en" altLang="zh-CN" sz="2000" dirty="0">
                <a:solidFill>
                  <a:srgbClr val="0000FF"/>
                </a:solidFill>
              </a:rPr>
              <a:t>/pos/</a:t>
            </a:r>
            <a:r>
              <a:rPr lang="en" altLang="zh-CN" sz="2000" dirty="0" err="1">
                <a:solidFill>
                  <a:srgbClr val="0000FF"/>
                </a:solidFill>
              </a:rPr>
              <a:t>halfy</a:t>
            </a:r>
            <a:r>
              <a:rPr lang="en" altLang="zh-CN" sz="2000" dirty="0">
                <a:solidFill>
                  <a:srgbClr val="0000FF"/>
                </a:solidFill>
              </a:rPr>
              <a:t> 17.5 cm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77D6A5-3658-D4D3-F72B-6A492B82AB56}"/>
              </a:ext>
            </a:extLst>
          </p:cNvPr>
          <p:cNvSpPr txBox="1"/>
          <p:nvPr/>
        </p:nvSpPr>
        <p:spPr>
          <a:xfrm>
            <a:off x="4648200" y="275983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粒子在“某个表面”上均匀随机分布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表面 </a:t>
            </a:r>
            <a:r>
              <a:rPr lang="en" altLang="zh-CN" dirty="0"/>
              <a:t>geometry </a:t>
            </a:r>
            <a:r>
              <a:rPr lang="zh-CN" altLang="en-US" dirty="0"/>
              <a:t>选择球面（</a:t>
            </a:r>
            <a:r>
              <a:rPr lang="en" altLang="zh-CN" dirty="0"/>
              <a:t>sphere</a:t>
            </a:r>
            <a:r>
              <a:rPr lang="zh-CN" altLang="en" dirty="0"/>
              <a:t>）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5508E0-F9B1-0D23-1B81-7EB7603629A6}"/>
              </a:ext>
            </a:extLst>
          </p:cNvPr>
          <p:cNvSpPr txBox="1"/>
          <p:nvPr/>
        </p:nvSpPr>
        <p:spPr>
          <a:xfrm>
            <a:off x="4645378" y="4928443"/>
            <a:ext cx="388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矩形面源 </a:t>
            </a:r>
            <a:r>
              <a:rPr lang="en-US" altLang="zh-CN" dirty="0"/>
              <a:t>= </a:t>
            </a:r>
            <a:r>
              <a:rPr lang="zh-CN" altLang="en-US" dirty="0"/>
              <a:t>在一个 </a:t>
            </a:r>
            <a:r>
              <a:rPr lang="en" altLang="zh-CN" dirty="0"/>
              <a:t>X</a:t>
            </a:r>
            <a:r>
              <a:rPr lang="zh-CN" altLang="en" dirty="0"/>
              <a:t>、</a:t>
            </a:r>
            <a:r>
              <a:rPr lang="en" altLang="zh-CN" dirty="0"/>
              <a:t>Y </a:t>
            </a:r>
            <a:r>
              <a:rPr lang="zh-CN" altLang="en-US" dirty="0"/>
              <a:t>尺寸给定的平面中随机均匀发射粒子。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146324-51E8-334F-75DA-13FF86C50883}"/>
              </a:ext>
            </a:extLst>
          </p:cNvPr>
          <p:cNvSpPr txBox="1"/>
          <p:nvPr/>
        </p:nvSpPr>
        <p:spPr>
          <a:xfrm>
            <a:off x="1524000" y="2621340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/gps/pos/type Surface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/gps/pos/shape Sphere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/gps/pos/radius 2 cm</a:t>
            </a:r>
          </a:p>
        </p:txBody>
      </p:sp>
    </p:spTree>
    <p:extLst>
      <p:ext uri="{BB962C8B-B14F-4D97-AF65-F5344CB8AC3E}">
        <p14:creationId xmlns:p14="http://schemas.microsoft.com/office/powerpoint/2010/main" val="332053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常见修改点（建议练习</a:t>
            </a:r>
            <a:r>
              <a:rPr dirty="0"/>
              <a:t>）</a:t>
            </a:r>
            <a:r>
              <a:rPr lang="zh-CN" altLang="en-US" dirty="0"/>
              <a:t>作业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粒子种类：gamma</a:t>
            </a:r>
            <a:r>
              <a:rPr dirty="0"/>
              <a:t> → e- / proton / neutron</a:t>
            </a:r>
          </a:p>
          <a:p>
            <a:pPr lvl="1"/>
            <a:r>
              <a:rPr dirty="0" err="1"/>
              <a:t>particleName</a:t>
            </a:r>
            <a:r>
              <a:rPr dirty="0"/>
              <a:t> = "e-" </a:t>
            </a:r>
            <a:r>
              <a:rPr dirty="0" err="1"/>
              <a:t>等</a:t>
            </a:r>
            <a:endParaRPr lang="en-US" dirty="0"/>
          </a:p>
          <a:p>
            <a:pPr lvl="1"/>
            <a:endParaRPr dirty="0"/>
          </a:p>
          <a:p>
            <a:r>
              <a:rPr dirty="0" err="1"/>
              <a:t>能量：改为</a:t>
            </a:r>
            <a:r>
              <a:rPr dirty="0"/>
              <a:t> 1 GeV </a:t>
            </a:r>
            <a:r>
              <a:rPr dirty="0" err="1"/>
              <a:t>或能谱</a:t>
            </a:r>
            <a:endParaRPr dirty="0"/>
          </a:p>
          <a:p>
            <a:pPr lvl="1"/>
            <a:r>
              <a:rPr dirty="0" err="1"/>
              <a:t>SetParticleEnergy</a:t>
            </a:r>
            <a:r>
              <a:rPr dirty="0"/>
              <a:t>(1.*GeV)</a:t>
            </a:r>
            <a:r>
              <a:rPr lang="zh-CN" altLang="en-US" dirty="0"/>
              <a:t>，或其他能量</a:t>
            </a:r>
            <a:endParaRPr lang="en-US" dirty="0"/>
          </a:p>
          <a:p>
            <a:pPr lvl="1"/>
            <a:r>
              <a:rPr lang="zh-CN" altLang="en-US" dirty="0"/>
              <a:t>作业：能谱练习</a:t>
            </a:r>
            <a:endParaRPr lang="en-US" altLang="zh-CN" dirty="0"/>
          </a:p>
          <a:p>
            <a:pPr lvl="2"/>
            <a:r>
              <a:rPr lang="en" altLang="zh-CN" dirty="0"/>
              <a:t>Cs-137 </a:t>
            </a:r>
            <a:r>
              <a:rPr lang="el-GR" altLang="zh-CN" dirty="0"/>
              <a:t>γ </a:t>
            </a:r>
            <a:r>
              <a:rPr lang="zh-CN" altLang="en-US" dirty="0"/>
              <a:t>能谱</a:t>
            </a:r>
            <a:endParaRPr lang="en-US" altLang="zh-CN" dirty="0"/>
          </a:p>
          <a:p>
            <a:pPr lvl="2"/>
            <a:r>
              <a:rPr lang="zh-CN" altLang="en-US" dirty="0"/>
              <a:t>核物理常见的 </a:t>
            </a:r>
            <a:r>
              <a:rPr lang="en-US" altLang="zh-CN" dirty="0"/>
              <a:t>1/</a:t>
            </a:r>
            <a:r>
              <a:rPr lang="en" altLang="zh-CN" dirty="0"/>
              <a:t>E </a:t>
            </a:r>
            <a:r>
              <a:rPr lang="zh-CN" altLang="en-US" dirty="0"/>
              <a:t>能谱（比如裂变中子）</a:t>
            </a:r>
            <a:endParaRPr lang="en-US" altLang="zh-CN" dirty="0"/>
          </a:p>
          <a:p>
            <a:pPr lvl="2"/>
            <a:r>
              <a:rPr lang="zh-CN" altLang="en-US" dirty="0"/>
              <a:t>实验测得的能谱文件（</a:t>
            </a:r>
            <a:r>
              <a:rPr lang="en" altLang="zh-CN" dirty="0"/>
              <a:t>TXT/CSV</a:t>
            </a:r>
            <a:r>
              <a:rPr lang="zh-CN" altLang="en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能谱有解析公式</a:t>
            </a:r>
            <a:endParaRPr lang="en-US" altLang="zh-C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43063-5FA4-6E82-373D-22459D0F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33400"/>
            <a:ext cx="8534400" cy="639762"/>
          </a:xfrm>
        </p:spPr>
        <p:txBody>
          <a:bodyPr>
            <a:noAutofit/>
          </a:bodyPr>
          <a:lstStyle/>
          <a:p>
            <a:pPr algn="r"/>
            <a:r>
              <a:rPr lang="en" altLang="zh-CN" sz="2800" dirty="0"/>
              <a:t>Cs-137 </a:t>
            </a:r>
            <a:r>
              <a:rPr lang="el-GR" altLang="zh-CN" sz="2800" dirty="0"/>
              <a:t>γ </a:t>
            </a:r>
            <a:r>
              <a:rPr lang="zh-CN" altLang="en-US" sz="2800" dirty="0"/>
              <a:t>能谱                             实验测得的能谱文件（</a:t>
            </a:r>
            <a:r>
              <a:rPr lang="en" altLang="zh-CN" sz="2800" dirty="0"/>
              <a:t>TXT/CSV</a:t>
            </a:r>
            <a:r>
              <a:rPr lang="zh-CN" altLang="en" sz="2800" dirty="0"/>
              <a:t>）</a:t>
            </a:r>
            <a:endParaRPr kumimoji="1"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8A5DD1-F063-D8F3-3D28-7A73EA0A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99A8F2-D5DD-0D31-CEA7-6279E669AA25}"/>
              </a:ext>
            </a:extLst>
          </p:cNvPr>
          <p:cNvSpPr txBox="1"/>
          <p:nvPr/>
        </p:nvSpPr>
        <p:spPr>
          <a:xfrm>
            <a:off x="603504" y="1038011"/>
            <a:ext cx="4724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# 选择任意能谱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/gps/ene/type Arb</a:t>
            </a:r>
          </a:p>
          <a:p>
            <a:endParaRPr lang="zh-CN" altLang="en-US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# 定义能量单位（可选）为了容易输入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/gps/ene/setunit MeV</a:t>
            </a:r>
          </a:p>
          <a:p>
            <a:endParaRPr lang="zh-CN" altLang="en-US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# 添加能谱点（能量，概率）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# 注意：不是归一化概率，GPS 会自动归一化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0.00   0.0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0.10   0.4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0.20   0.7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0.30   1.0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0.40   0.9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0.50   0.5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0.662  1.0    # 662keV 主峰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0.70   0.2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/gps/ene/add 0.80   0.0</a:t>
            </a:r>
          </a:p>
          <a:p>
            <a:endParaRPr lang="zh-CN" altLang="en-US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# 开始使用自定义能谱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/gps/ene/inter Lin     # 线性插值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66433B-E908-578E-0B65-FBE4DD460856}"/>
              </a:ext>
            </a:extLst>
          </p:cNvPr>
          <p:cNvSpPr txBox="1"/>
          <p:nvPr/>
        </p:nvSpPr>
        <p:spPr>
          <a:xfrm>
            <a:off x="5943600" y="1173162"/>
            <a:ext cx="304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Data.txt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0.10   0.3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0.20   0.6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0.30   1.0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0.40   0.8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0.50   0.5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0.66   1.0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" altLang="zh-CN" dirty="0">
                <a:solidFill>
                  <a:srgbClr val="FF0000"/>
                </a:solidFill>
              </a:rPr>
              <a:t>/</a:t>
            </a:r>
            <a:r>
              <a:rPr lang="en" altLang="zh-CN" dirty="0" err="1">
                <a:solidFill>
                  <a:srgbClr val="FF0000"/>
                </a:solidFill>
              </a:rPr>
              <a:t>gps</a:t>
            </a:r>
            <a:r>
              <a:rPr lang="en" altLang="zh-CN" dirty="0">
                <a:solidFill>
                  <a:srgbClr val="FF0000"/>
                </a:solidFill>
              </a:rPr>
              <a:t>/</a:t>
            </a:r>
            <a:r>
              <a:rPr lang="en" altLang="zh-CN" dirty="0" err="1">
                <a:solidFill>
                  <a:srgbClr val="FF0000"/>
                </a:solidFill>
              </a:rPr>
              <a:t>ene</a:t>
            </a:r>
            <a:r>
              <a:rPr lang="en" altLang="zh-CN" dirty="0">
                <a:solidFill>
                  <a:srgbClr val="FF0000"/>
                </a:solidFill>
              </a:rPr>
              <a:t>/add &lt;</a:t>
            </a:r>
            <a:r>
              <a:rPr lang="zh-CN" altLang="en-US" dirty="0">
                <a:solidFill>
                  <a:srgbClr val="FF0000"/>
                </a:solidFill>
              </a:rPr>
              <a:t>能量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dirty="0">
                <a:solidFill>
                  <a:srgbClr val="FF0000"/>
                </a:solidFill>
              </a:rPr>
              <a:t>计数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B78D2A-5B70-1757-F5F8-EFFE57297859}"/>
              </a:ext>
            </a:extLst>
          </p:cNvPr>
          <p:cNvSpPr txBox="1"/>
          <p:nvPr/>
        </p:nvSpPr>
        <p:spPr>
          <a:xfrm>
            <a:off x="5980741" y="3657600"/>
            <a:ext cx="2559755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/gps/ene/type Arb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/gps/ene/setunit MeV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# 从实验数据读取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0.10 0.3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0.20 0.6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0.30 1.0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0.40 0.8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0.50 0.5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/gps/ene/add 0.66 1.0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/gps/ene/inter Lin</a:t>
            </a:r>
          </a:p>
        </p:txBody>
      </p:sp>
    </p:spTree>
    <p:extLst>
      <p:ext uri="{BB962C8B-B14F-4D97-AF65-F5344CB8AC3E}">
        <p14:creationId xmlns:p14="http://schemas.microsoft.com/office/powerpoint/2010/main" val="239903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B148-0E64-F627-5F2E-5232873B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5AC5-B2B3-7F22-4605-D814341C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常见修改点（建议练习</a:t>
            </a:r>
            <a:r>
              <a:rPr dirty="0"/>
              <a:t>）</a:t>
            </a:r>
            <a:r>
              <a:rPr lang="zh-CN" altLang="en-US" dirty="0"/>
              <a:t>作业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7B9E-EF31-70BB-A481-746117FC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20040" lvl="1" indent="0">
              <a:buNone/>
            </a:pPr>
            <a:endParaRPr dirty="0"/>
          </a:p>
          <a:p>
            <a:r>
              <a:rPr dirty="0" err="1"/>
              <a:t>入射方向：改变到</a:t>
            </a:r>
            <a:r>
              <a:rPr dirty="0"/>
              <a:t> x </a:t>
            </a:r>
            <a:r>
              <a:rPr dirty="0" err="1"/>
              <a:t>或斜入射</a:t>
            </a:r>
            <a:endParaRPr dirty="0"/>
          </a:p>
          <a:p>
            <a:pPr lvl="1"/>
            <a:r>
              <a:rPr dirty="0" err="1"/>
              <a:t>SetParticleMomentumDirection</a:t>
            </a:r>
            <a:r>
              <a:rPr dirty="0"/>
              <a:t>(G4ThreeVector(sinθ,0,cosθ))</a:t>
            </a:r>
          </a:p>
          <a:p>
            <a:endParaRPr lang="en-US" dirty="0"/>
          </a:p>
          <a:p>
            <a:endParaRPr lang="en-US" dirty="0"/>
          </a:p>
          <a:p>
            <a:r>
              <a:rPr dirty="0" err="1"/>
              <a:t>空间分布：改为定点</a:t>
            </a:r>
            <a:r>
              <a:rPr dirty="0"/>
              <a:t>/</a:t>
            </a:r>
            <a:r>
              <a:rPr dirty="0" err="1"/>
              <a:t>高斯</a:t>
            </a:r>
            <a:r>
              <a:rPr dirty="0"/>
              <a:t>/</a:t>
            </a:r>
            <a:r>
              <a:rPr dirty="0" err="1"/>
              <a:t>面源</a:t>
            </a:r>
            <a:endParaRPr dirty="0"/>
          </a:p>
          <a:p>
            <a:pPr lvl="1"/>
            <a:r>
              <a:rPr dirty="0" err="1"/>
              <a:t>直接采样</a:t>
            </a:r>
            <a:r>
              <a:rPr dirty="0"/>
              <a:t> x0,y0 </a:t>
            </a:r>
            <a:r>
              <a:rPr dirty="0" err="1"/>
              <a:t>或使用</a:t>
            </a:r>
            <a:r>
              <a:rPr dirty="0"/>
              <a:t> GPS</a:t>
            </a:r>
          </a:p>
        </p:txBody>
      </p:sp>
    </p:spTree>
    <p:extLst>
      <p:ext uri="{BB962C8B-B14F-4D97-AF65-F5344CB8AC3E}">
        <p14:creationId xmlns:p14="http://schemas.microsoft.com/office/powerpoint/2010/main" val="37897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4C49-C518-7C79-49F8-1DFAA92F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B5F591-E864-FCB2-D202-C78272A7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 err="1"/>
              <a:t>SteppingAction.cc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A0AF09-C383-073B-B4C7-38633F55A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判断粒子的每一步（</a:t>
            </a:r>
            <a:r>
              <a:rPr lang="en" altLang="zh-CN" dirty="0">
                <a:solidFill>
                  <a:schemeClr val="tx1"/>
                </a:solidFill>
              </a:rPr>
              <a:t>Step</a:t>
            </a:r>
            <a:r>
              <a:rPr lang="zh-CN" altLang="en" dirty="0">
                <a:solidFill>
                  <a:schemeClr val="tx1"/>
                </a:solidFill>
              </a:rPr>
              <a:t>）</a:t>
            </a:r>
            <a:r>
              <a:rPr lang="zh-CN" altLang="en-US" dirty="0">
                <a:solidFill>
                  <a:schemeClr val="tx1"/>
                </a:solidFill>
              </a:rPr>
              <a:t>是否在计分区域，并把这一小步中沉积的能量统计起来。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B2E2AE-C629-2248-EB1D-94B9C6A8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416740-4A18-EB02-1775-8E1E3209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4CC3F-D91D-FBF7-6A14-65AAF2EF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函数功能及逻辑结构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A4BC19-69B6-C0D1-63A6-50E77DF9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4E9DA7-751F-F67D-9119-175D54BF92B2}"/>
              </a:ext>
            </a:extLst>
          </p:cNvPr>
          <p:cNvSpPr txBox="1"/>
          <p:nvPr/>
        </p:nvSpPr>
        <p:spPr>
          <a:xfrm>
            <a:off x="495300" y="1130505"/>
            <a:ext cx="8305800" cy="599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B050"/>
                </a:solidFill>
              </a:rPr>
              <a:t>创建粒子源</a:t>
            </a:r>
            <a:r>
              <a:rPr lang="zh-CN" altLang="en-US" sz="2400" dirty="0"/>
              <a:t>：</a:t>
            </a:r>
            <a:endParaRPr lang="en" altLang="zh-CN" sz="2400" dirty="0"/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5012D013-49B2-6E95-EE5D-9B73A095AAA6}"/>
              </a:ext>
            </a:extLst>
          </p:cNvPr>
          <p:cNvGraphicFramePr/>
          <p:nvPr/>
        </p:nvGraphicFramePr>
        <p:xfrm>
          <a:off x="762000" y="3505200"/>
          <a:ext cx="7696200" cy="3059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25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E7064-8568-2626-97BB-08144A62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头文件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87E46D-170A-68AB-F152-C0985376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1E938C-5A22-47D3-A759-4DAD1CB9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4914900" cy="31918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26F4A4-EECC-556A-7C21-02AF4E2C86ED}"/>
              </a:ext>
            </a:extLst>
          </p:cNvPr>
          <p:cNvSpPr txBox="1"/>
          <p:nvPr/>
        </p:nvSpPr>
        <p:spPr>
          <a:xfrm>
            <a:off x="5753100" y="172117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自己函数或变量的声明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E925E1-33BF-C922-A77A-D5A84B65114A}"/>
              </a:ext>
            </a:extLst>
          </p:cNvPr>
          <p:cNvSpPr txBox="1"/>
          <p:nvPr/>
        </p:nvSpPr>
        <p:spPr>
          <a:xfrm>
            <a:off x="5701635" y="2362200"/>
            <a:ext cx="340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为了取得 </a:t>
            </a:r>
            <a:r>
              <a:rPr lang="en" altLang="zh-CN" i="1" dirty="0"/>
              <a:t>Scoring Volume</a:t>
            </a:r>
            <a:r>
              <a:rPr lang="zh-CN" altLang="en" i="1" dirty="0"/>
              <a:t>（</a:t>
            </a:r>
            <a:r>
              <a:rPr lang="zh-CN" altLang="en-US" i="1" dirty="0"/>
              <a:t>计分体）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99A7B5-A0CE-FD7C-96F8-3BFC6E957F91}"/>
              </a:ext>
            </a:extLst>
          </p:cNvPr>
          <p:cNvSpPr txBox="1"/>
          <p:nvPr/>
        </p:nvSpPr>
        <p:spPr>
          <a:xfrm>
            <a:off x="5690679" y="2789540"/>
            <a:ext cx="3405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为了把能量加到事件的统计里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2B2688-F365-8FE7-3A0F-0ABE6166696E}"/>
              </a:ext>
            </a:extLst>
          </p:cNvPr>
          <p:cNvSpPr txBox="1"/>
          <p:nvPr/>
        </p:nvSpPr>
        <p:spPr>
          <a:xfrm>
            <a:off x="6073422" y="3928533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Geant4 </a:t>
            </a:r>
            <a:r>
              <a:rPr kumimoji="1" lang="zh-CN" altLang="en-US" dirty="0"/>
              <a:t>自身相关类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F65E776-7B39-7304-21A2-A21D3AEACA90}"/>
                  </a:ext>
                </a:extLst>
              </p14:cNvPr>
              <p14:cNvContentPartPr/>
              <p14:nvPr/>
            </p14:nvContentPartPr>
            <p14:xfrm>
              <a:off x="5402747" y="3544640"/>
              <a:ext cx="279360" cy="12596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F65E776-7B39-7304-21A2-A21D3AEAC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5107" y="3527000"/>
                <a:ext cx="315000" cy="12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E434138-CBF8-7DDB-B9FE-36B847E1E7FB}"/>
                  </a:ext>
                </a:extLst>
              </p14:cNvPr>
              <p14:cNvContentPartPr/>
              <p14:nvPr/>
            </p14:nvContentPartPr>
            <p14:xfrm>
              <a:off x="527267" y="3530240"/>
              <a:ext cx="380880" cy="14630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E434138-CBF8-7DDB-B9FE-36B847E1E7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267" y="3512600"/>
                <a:ext cx="416520" cy="149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8375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124D0-2FE5-3089-AED1-2227E9F2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B1/</a:t>
            </a:r>
            <a:r>
              <a:rPr kumimoji="1" lang="en-US" altLang="zh-CN" dirty="0" err="1"/>
              <a:t>DetectorConstruction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中的计分区域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96D923-0519-4C14-EDF4-CE065B1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8A5F9F-97F3-DCA7-1AC5-FEFBD6170C3D}"/>
              </a:ext>
            </a:extLst>
          </p:cNvPr>
          <p:cNvSpPr txBox="1"/>
          <p:nvPr/>
        </p:nvSpPr>
        <p:spPr>
          <a:xfrm>
            <a:off x="408771" y="1219200"/>
            <a:ext cx="8201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计分区域（</a:t>
            </a:r>
            <a:r>
              <a:rPr lang="en" altLang="zh-CN" sz="2400" b="1" dirty="0"/>
              <a:t>Scoring Volume</a:t>
            </a:r>
            <a:r>
              <a:rPr lang="zh-CN" altLang="en" sz="2400" b="1" dirty="0"/>
              <a:t>）</a:t>
            </a:r>
            <a:r>
              <a:rPr lang="zh-CN" altLang="en-US" sz="2400" b="1" dirty="0"/>
              <a:t>就是你想要统计物理量（能量沉积、剂量、步长、粒子数</a:t>
            </a:r>
            <a:r>
              <a:rPr lang="en-US" altLang="zh-CN" sz="2400" b="1" dirty="0"/>
              <a:t>……</a:t>
            </a:r>
            <a:r>
              <a:rPr lang="zh-CN" altLang="en-US" sz="2400" b="1" dirty="0"/>
              <a:t>）的几何体，即探测器。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C1EB3F-32D9-02AB-412E-1616A1DB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54997"/>
            <a:ext cx="6261100" cy="36135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9CD581F-5258-EE27-4080-F61218607356}"/>
                  </a:ext>
                </a:extLst>
              </p14:cNvPr>
              <p14:cNvContentPartPr/>
              <p14:nvPr/>
            </p14:nvContentPartPr>
            <p14:xfrm>
              <a:off x="1627426" y="5508440"/>
              <a:ext cx="1496773" cy="572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9CD581F-5258-EE27-4080-F612186073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1789" y="5472800"/>
                <a:ext cx="1568408" cy="64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09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14B04-FBE0-81CD-5208-BE905341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构造函数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0FE381-4CF4-A62E-755C-D4E1912A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A7DF55-09D4-FF24-3088-44C94702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47800"/>
            <a:ext cx="7847479" cy="1193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3620C6-C6C2-B220-E9A2-FB66C2EFB2E3}"/>
              </a:ext>
            </a:extLst>
          </p:cNvPr>
          <p:cNvSpPr txBox="1"/>
          <p:nvPr/>
        </p:nvSpPr>
        <p:spPr>
          <a:xfrm>
            <a:off x="66495" y="2910441"/>
            <a:ext cx="8921496" cy="130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/>
              <a:t>✔ 作用：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接收来自 </a:t>
            </a:r>
            <a:r>
              <a:rPr lang="en" altLang="zh-CN" dirty="0" err="1"/>
              <a:t>ActionInitialization</a:t>
            </a:r>
            <a:r>
              <a:rPr lang="en" altLang="zh-CN" dirty="0"/>
              <a:t> </a:t>
            </a:r>
            <a:r>
              <a:rPr lang="zh-CN" altLang="en-US" dirty="0"/>
              <a:t>的 </a:t>
            </a:r>
            <a:r>
              <a:rPr lang="en" altLang="zh-CN" dirty="0" err="1">
                <a:latin typeface="Courier New" panose="02070309020205020404" pitchFamily="49" charset="0"/>
              </a:rPr>
              <a:t>EventAction</a:t>
            </a:r>
            <a:r>
              <a:rPr lang="en" altLang="zh-CN" dirty="0">
                <a:latin typeface="Courier New" panose="02070309020205020404" pitchFamily="49" charset="0"/>
              </a:rPr>
              <a:t>*</a:t>
            </a:r>
            <a:endParaRPr lang="en" altLang="zh-CN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 保存到 </a:t>
            </a:r>
            <a:r>
              <a:rPr lang="en" altLang="zh-CN" dirty="0" err="1">
                <a:latin typeface="Courier New" panose="02070309020205020404" pitchFamily="49" charset="0"/>
              </a:rPr>
              <a:t>fEventAction</a:t>
            </a:r>
            <a:r>
              <a:rPr lang="zh-CN" altLang="en" dirty="0"/>
              <a:t>，</a:t>
            </a:r>
            <a:r>
              <a:rPr lang="zh-CN" altLang="en-US" dirty="0"/>
              <a:t>方便后面加能量，注意不是在</a:t>
            </a:r>
            <a:r>
              <a:rPr lang="en-US" altLang="zh-CN" dirty="0"/>
              <a:t> </a:t>
            </a:r>
            <a:r>
              <a:rPr lang="en-US" altLang="zh-CN" dirty="0" err="1"/>
              <a:t>steppingAction</a:t>
            </a:r>
            <a:r>
              <a:rPr lang="en-US" altLang="zh-CN" dirty="0"/>
              <a:t> </a:t>
            </a:r>
            <a:r>
              <a:rPr lang="zh-CN" altLang="en-US" dirty="0"/>
              <a:t>中累加能量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1C68E9-E3D6-2F8D-2948-3FE9E37C3316}"/>
              </a:ext>
            </a:extLst>
          </p:cNvPr>
          <p:cNvSpPr txBox="1"/>
          <p:nvPr/>
        </p:nvSpPr>
        <p:spPr>
          <a:xfrm>
            <a:off x="914399" y="4514144"/>
            <a:ext cx="7536583" cy="130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" altLang="zh-CN" b="1" dirty="0"/>
              <a:t>✔ </a:t>
            </a:r>
            <a:r>
              <a:rPr lang="en" altLang="zh-CN" b="1" dirty="0" err="1"/>
              <a:t>eventAction</a:t>
            </a:r>
            <a:r>
              <a:rPr lang="en" altLang="zh-CN" b="1" dirty="0"/>
              <a:t> </a:t>
            </a:r>
            <a:r>
              <a:rPr lang="zh-CN" altLang="en-US" b="1" dirty="0"/>
              <a:t>就是 </a:t>
            </a:r>
            <a:r>
              <a:rPr lang="en" altLang="zh-CN" b="1" dirty="0" err="1"/>
              <a:t>ActionInitialization</a:t>
            </a:r>
            <a:r>
              <a:rPr lang="en" altLang="zh-CN" b="1" dirty="0"/>
              <a:t> </a:t>
            </a:r>
            <a:r>
              <a:rPr lang="zh-CN" altLang="en-US" b="1" dirty="0"/>
              <a:t>传进来的指针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✔ </a:t>
            </a:r>
            <a:r>
              <a:rPr lang="en" altLang="zh-CN" b="1" dirty="0" err="1"/>
              <a:t>fEventAction</a:t>
            </a:r>
            <a:r>
              <a:rPr lang="en" altLang="zh-CN" b="1" dirty="0"/>
              <a:t> </a:t>
            </a:r>
            <a:r>
              <a:rPr lang="zh-CN" altLang="en-US" b="1" dirty="0"/>
              <a:t>是</a:t>
            </a:r>
            <a:r>
              <a:rPr lang="en" altLang="zh-CN" dirty="0" err="1"/>
              <a:t>SteppingAction</a:t>
            </a:r>
            <a:r>
              <a:rPr lang="zh-CN" altLang="en-US" b="1" dirty="0"/>
              <a:t>类的成员变量，用于以后每个 </a:t>
            </a:r>
            <a:r>
              <a:rPr lang="en" altLang="zh-CN" b="1" dirty="0"/>
              <a:t>Step </a:t>
            </a:r>
            <a:r>
              <a:rPr lang="zh-CN" altLang="en-US" b="1" dirty="0"/>
              <a:t>调用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✔ 所以 </a:t>
            </a:r>
            <a:r>
              <a:rPr lang="en" altLang="zh-CN" b="1" dirty="0" err="1">
                <a:solidFill>
                  <a:srgbClr val="0000FF"/>
                </a:solidFill>
              </a:rPr>
              <a:t>SteppingAction</a:t>
            </a:r>
            <a:r>
              <a:rPr lang="en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</a:rPr>
              <a:t>能使用 </a:t>
            </a:r>
            <a:r>
              <a:rPr lang="en" altLang="zh-CN" b="1" dirty="0" err="1">
                <a:solidFill>
                  <a:srgbClr val="0000FF"/>
                </a:solidFill>
              </a:rPr>
              <a:t>EventAction</a:t>
            </a:r>
            <a:r>
              <a:rPr lang="en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</a:rPr>
              <a:t>中的功能（比如加能量）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B30DAB-921F-68AE-A4F4-F23B1D0D49F9}"/>
              </a:ext>
            </a:extLst>
          </p:cNvPr>
          <p:cNvSpPr txBox="1"/>
          <p:nvPr/>
        </p:nvSpPr>
        <p:spPr>
          <a:xfrm>
            <a:off x="2514600" y="585465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fEventAction-&gt;AddEdep(edepStep);</a:t>
            </a:r>
          </a:p>
        </p:txBody>
      </p:sp>
    </p:spTree>
    <p:extLst>
      <p:ext uri="{BB962C8B-B14F-4D97-AF65-F5344CB8AC3E}">
        <p14:creationId xmlns:p14="http://schemas.microsoft.com/office/powerpoint/2010/main" val="395962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7D76D-061F-2808-0FF1-0A0BCD9A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eventAction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32DEDF-EB9E-586E-9652-2441943D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15F19F-24C5-30DC-F135-C346971B0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9987"/>
            <a:ext cx="5579762" cy="3225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660D6C9-5201-1FF1-60AC-5F0B82E68E40}"/>
              </a:ext>
            </a:extLst>
          </p:cNvPr>
          <p:cNvSpPr txBox="1"/>
          <p:nvPr/>
        </p:nvSpPr>
        <p:spPr>
          <a:xfrm>
            <a:off x="872067" y="1095212"/>
            <a:ext cx="3450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3200" dirty="0" err="1">
                <a:solidFill>
                  <a:srgbClr val="FF0000"/>
                </a:solidFill>
              </a:rPr>
              <a:t>ActionInitialization</a:t>
            </a:r>
            <a:r>
              <a:rPr kumimoji="1" lang="en-US" altLang="zh-CN" sz="3200" dirty="0">
                <a:solidFill>
                  <a:srgbClr val="FF0000"/>
                </a:solidFill>
              </a:rPr>
              <a:t>.cc</a:t>
            </a:r>
            <a:endParaRPr lang="en" altLang="zh-CN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859670B-6390-4D46-6DA2-4351214B135A}"/>
                  </a:ext>
                </a:extLst>
              </p14:cNvPr>
              <p14:cNvContentPartPr/>
              <p14:nvPr/>
            </p14:nvContentPartPr>
            <p14:xfrm>
              <a:off x="829307" y="3637520"/>
              <a:ext cx="213480" cy="331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859670B-6390-4D46-6DA2-4351214B13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307" y="3619520"/>
                <a:ext cx="2491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A1EF7BF-48BF-8FDB-1A4A-CEFDB9349D1C}"/>
                  </a:ext>
                </a:extLst>
              </p14:cNvPr>
              <p14:cNvContentPartPr/>
              <p14:nvPr/>
            </p14:nvContentPartPr>
            <p14:xfrm>
              <a:off x="889787" y="4398560"/>
              <a:ext cx="231480" cy="1828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A1EF7BF-48BF-8FDB-1A4A-CEFDB9349D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1787" y="4380560"/>
                <a:ext cx="267120" cy="2185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9724EA1-FF34-15D0-D73A-25D64D39070F}"/>
              </a:ext>
            </a:extLst>
          </p:cNvPr>
          <p:cNvSpPr txBox="1"/>
          <p:nvPr/>
        </p:nvSpPr>
        <p:spPr>
          <a:xfrm>
            <a:off x="823663" y="5218367"/>
            <a:ext cx="8305800" cy="976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✔ </a:t>
            </a:r>
            <a:r>
              <a:rPr lang="en" altLang="zh-CN" sz="2000" b="1" dirty="0" err="1">
                <a:solidFill>
                  <a:srgbClr val="FF0000"/>
                </a:solidFill>
              </a:rPr>
              <a:t>EventAction</a:t>
            </a:r>
            <a:r>
              <a:rPr lang="en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在这里被创建 ，</a:t>
            </a:r>
            <a:r>
              <a:rPr lang="zh-CN" altLang="en" sz="2000" b="1" dirty="0">
                <a:solidFill>
                  <a:srgbClr val="FF0000"/>
                </a:solidFill>
              </a:rPr>
              <a:t>并</a:t>
            </a:r>
            <a:r>
              <a:rPr lang="zh-CN" altLang="en-US" sz="2000" b="1" dirty="0">
                <a:solidFill>
                  <a:srgbClr val="FF0000"/>
                </a:solidFill>
              </a:rPr>
              <a:t>保存着每个 </a:t>
            </a:r>
            <a:r>
              <a:rPr lang="en" altLang="zh-CN" sz="2000" b="1" dirty="0">
                <a:solidFill>
                  <a:srgbClr val="FF0000"/>
                </a:solidFill>
              </a:rPr>
              <a:t>event </a:t>
            </a:r>
            <a:r>
              <a:rPr lang="zh-CN" altLang="en-US" sz="2000" b="1" dirty="0">
                <a:solidFill>
                  <a:srgbClr val="FF0000"/>
                </a:solidFill>
              </a:rPr>
              <a:t>的能量统计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✔ 然后 </a:t>
            </a:r>
            <a:r>
              <a:rPr lang="en" altLang="zh-CN" sz="2000" b="1" dirty="0" err="1">
                <a:solidFill>
                  <a:srgbClr val="FF0000"/>
                </a:solidFill>
              </a:rPr>
              <a:t>eventAction</a:t>
            </a:r>
            <a:r>
              <a:rPr lang="en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通过构造函数传入 </a:t>
            </a:r>
            <a:r>
              <a:rPr lang="en" altLang="zh-CN" sz="2000" b="1" dirty="0" err="1">
                <a:solidFill>
                  <a:srgbClr val="FF0000"/>
                </a:solidFill>
              </a:rPr>
              <a:t>SteppingAction</a:t>
            </a:r>
            <a:endParaRPr lang="en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727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02ADB-F447-C4D8-26BB-2E3A7157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传参链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4B93FC-43DB-FFC3-8B14-6460B1CC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098855-2056-9E6A-5736-55C257456E06}"/>
              </a:ext>
            </a:extLst>
          </p:cNvPr>
          <p:cNvSpPr txBox="1"/>
          <p:nvPr/>
        </p:nvSpPr>
        <p:spPr>
          <a:xfrm>
            <a:off x="914400" y="960821"/>
            <a:ext cx="6705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(main.cc)</a:t>
            </a:r>
          </a:p>
          <a:p>
            <a:r>
              <a:rPr lang="zh-CN" altLang="en-US" dirty="0"/>
              <a:t>    ↓</a:t>
            </a:r>
          </a:p>
          <a:p>
            <a:r>
              <a:rPr lang="zh-CN" altLang="en-US" dirty="0"/>
              <a:t>ActionInitialization::Build()</a:t>
            </a:r>
          </a:p>
          <a:p>
            <a:r>
              <a:rPr lang="zh-CN" altLang="en-US" dirty="0"/>
              <a:t>    ↓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EventAction* eventAction = new EventAction();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↓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SetUserAction(eventAction);           ← Geant4 注册 EventAction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↓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SetUserAction(new SteppingAction(eventAction));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↓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SteppingAction::SteppingAction(EventAction* eventAction)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{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fEventAction = eventAction;       ← 保存到成员变量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}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↓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每一步 Step 调用 UserSteppingAction():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{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    fEventAction-&gt;AddEdep(edepStep);  ← 把每步能量交给 EventAction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21767-C2B2-3AB2-DE72-0E4919EAA62B}"/>
              </a:ext>
            </a:extLst>
          </p:cNvPr>
          <p:cNvSpPr txBox="1"/>
          <p:nvPr/>
        </p:nvSpPr>
        <p:spPr>
          <a:xfrm>
            <a:off x="4419600" y="285002"/>
            <a:ext cx="450426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所有 </a:t>
            </a:r>
            <a:r>
              <a:rPr lang="en" altLang="zh-CN" b="1" dirty="0"/>
              <a:t>Action </a:t>
            </a:r>
            <a:r>
              <a:rPr lang="zh-CN" altLang="en-US" b="1" dirty="0"/>
              <a:t>类的创建与指针传递都是在 </a:t>
            </a:r>
            <a:r>
              <a:rPr lang="en" altLang="zh-CN" b="1" dirty="0" err="1"/>
              <a:t>ActionInitialization.cc</a:t>
            </a:r>
            <a:r>
              <a:rPr lang="en" altLang="zh-CN" b="1" dirty="0"/>
              <a:t> </a:t>
            </a:r>
            <a:r>
              <a:rPr lang="zh-CN" altLang="en-US" b="1" dirty="0"/>
              <a:t>中完成的。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3E5842-C3A4-4051-7F59-A4600C5D79CB}"/>
              </a:ext>
            </a:extLst>
          </p:cNvPr>
          <p:cNvSpPr txBox="1"/>
          <p:nvPr/>
        </p:nvSpPr>
        <p:spPr>
          <a:xfrm>
            <a:off x="4902200" y="4800600"/>
            <a:ext cx="403860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/>
              <a:t>SteppingAction → 每步的能量  </a:t>
            </a:r>
          </a:p>
          <a:p>
            <a:r>
              <a:rPr lang="zh-CN" altLang="en-US" sz="1600" dirty="0"/>
              <a:t>EventAction → 累加每步能量，得到事件能量</a:t>
            </a:r>
          </a:p>
        </p:txBody>
      </p:sp>
    </p:spTree>
    <p:extLst>
      <p:ext uri="{BB962C8B-B14F-4D97-AF65-F5344CB8AC3E}">
        <p14:creationId xmlns:p14="http://schemas.microsoft.com/office/powerpoint/2010/main" val="309844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CC0D8-F6C5-5B5B-773F-A36F8A83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每个 </a:t>
            </a:r>
            <a:r>
              <a:rPr lang="en" altLang="zh-CN" sz="3200" dirty="0"/>
              <a:t>Step </a:t>
            </a:r>
            <a:r>
              <a:rPr lang="zh-CN" altLang="en-US" sz="3200" dirty="0"/>
              <a:t>都会自动调用</a:t>
            </a:r>
            <a:r>
              <a:rPr lang="en" altLang="zh-CN" sz="3200" dirty="0" err="1"/>
              <a:t>UserSteppingAction</a:t>
            </a:r>
            <a:endParaRPr kumimoji="1" lang="zh-CN" altLang="en-US" sz="3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8E93F4-8998-D85D-4C19-C6091C19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E14C55-EDA2-A62B-A190-DF37D5A75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6962775" cy="3988224"/>
          </a:xfrm>
          <a:prstGeom prst="rect">
            <a:avLst/>
          </a:prstGeom>
        </p:spPr>
      </p:pic>
      <p:sp>
        <p:nvSpPr>
          <p:cNvPr id="5" name="框架 4">
            <a:extLst>
              <a:ext uri="{FF2B5EF4-FFF2-40B4-BE49-F238E27FC236}">
                <a16:creationId xmlns:a16="http://schemas.microsoft.com/office/drawing/2014/main" id="{A58B975E-F7BF-5EDC-3DB3-DFC638E1EC9F}"/>
              </a:ext>
            </a:extLst>
          </p:cNvPr>
          <p:cNvSpPr/>
          <p:nvPr/>
        </p:nvSpPr>
        <p:spPr>
          <a:xfrm>
            <a:off x="327378" y="1447800"/>
            <a:ext cx="6759222" cy="1240895"/>
          </a:xfrm>
          <a:prstGeom prst="frame">
            <a:avLst>
              <a:gd name="adj1" fmla="val 6350"/>
            </a:avLst>
          </a:prstGeom>
          <a:solidFill>
            <a:schemeClr val="accent2">
              <a:lumMod val="60000"/>
              <a:lumOff val="40000"/>
            </a:schemeClr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" name="框架 5">
            <a:extLst>
              <a:ext uri="{FF2B5EF4-FFF2-40B4-BE49-F238E27FC236}">
                <a16:creationId xmlns:a16="http://schemas.microsoft.com/office/drawing/2014/main" id="{CBD6A6C7-143F-FF4C-5A8A-8F7CC227DC46}"/>
              </a:ext>
            </a:extLst>
          </p:cNvPr>
          <p:cNvSpPr/>
          <p:nvPr/>
        </p:nvSpPr>
        <p:spPr>
          <a:xfrm>
            <a:off x="331301" y="2688695"/>
            <a:ext cx="6936273" cy="892705"/>
          </a:xfrm>
          <a:prstGeom prst="frame">
            <a:avLst>
              <a:gd name="adj1" fmla="val 7837"/>
            </a:avLst>
          </a:prstGeom>
          <a:solidFill>
            <a:srgbClr val="00B050"/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1EA6A3-EEB9-F4F3-F0D6-717B413A808A}"/>
              </a:ext>
            </a:extLst>
          </p:cNvPr>
          <p:cNvSpPr txBox="1"/>
          <p:nvPr/>
        </p:nvSpPr>
        <p:spPr>
          <a:xfrm>
            <a:off x="7281686" y="1091210"/>
            <a:ext cx="17240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计分体积不存在，初次必为空指针，并获得计分体积</a:t>
            </a:r>
            <a:endParaRPr kumimoji="1" lang="zh-CN" altLang="en-US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FF5CD8-C286-5E0D-24F2-F55BBE017872}"/>
              </a:ext>
            </a:extLst>
          </p:cNvPr>
          <p:cNvSpPr txBox="1"/>
          <p:nvPr/>
        </p:nvSpPr>
        <p:spPr>
          <a:xfrm>
            <a:off x="7295797" y="2722426"/>
            <a:ext cx="1848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获得当前</a:t>
            </a:r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的逻辑体</a:t>
            </a:r>
          </a:p>
        </p:txBody>
      </p:sp>
      <p:sp>
        <p:nvSpPr>
          <p:cNvPr id="9" name="框架 8">
            <a:extLst>
              <a:ext uri="{FF2B5EF4-FFF2-40B4-BE49-F238E27FC236}">
                <a16:creationId xmlns:a16="http://schemas.microsoft.com/office/drawing/2014/main" id="{264423CB-09DE-2A28-C792-8E0CEABF276B}"/>
              </a:ext>
            </a:extLst>
          </p:cNvPr>
          <p:cNvSpPr/>
          <p:nvPr/>
        </p:nvSpPr>
        <p:spPr>
          <a:xfrm>
            <a:off x="316089" y="3581400"/>
            <a:ext cx="6936273" cy="1545695"/>
          </a:xfrm>
          <a:prstGeom prst="frame">
            <a:avLst>
              <a:gd name="adj1" fmla="val 5646"/>
            </a:avLst>
          </a:prstGeom>
          <a:solidFill>
            <a:srgbClr val="00B0F0"/>
          </a:solidFill>
          <a:ln w="63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5192FD-A6C3-F269-8146-A2C922CDCC61}"/>
              </a:ext>
            </a:extLst>
          </p:cNvPr>
          <p:cNvSpPr txBox="1"/>
          <p:nvPr/>
        </p:nvSpPr>
        <p:spPr>
          <a:xfrm>
            <a:off x="7295797" y="3845810"/>
            <a:ext cx="1724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获得本步沉积能量并累加到</a:t>
            </a:r>
            <a:r>
              <a:rPr kumimoji="1"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  <a:endParaRPr kumimoji="1" lang="zh-CN" altLang="en-US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19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 animBg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01949-2345-3163-737E-AF476C0E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第一次进入时获取“计分体”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860005-1A49-D6D1-648B-11E16A63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957495-A039-0F60-F53F-78A1852F4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53" b="61787"/>
          <a:stretch>
            <a:fillRect/>
          </a:stretch>
        </p:blipFill>
        <p:spPr>
          <a:xfrm>
            <a:off x="381000" y="1066800"/>
            <a:ext cx="7426960" cy="1219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C1C032A-D5D8-C5DB-B8B1-31642FB9F011}"/>
              </a:ext>
            </a:extLst>
          </p:cNvPr>
          <p:cNvSpPr txBox="1"/>
          <p:nvPr/>
        </p:nvSpPr>
        <p:spPr>
          <a:xfrm>
            <a:off x="762000" y="2590800"/>
            <a:ext cx="7162800" cy="223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调用 </a:t>
            </a:r>
            <a:r>
              <a:rPr lang="en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RunManager</a:t>
            </a:r>
            <a:r>
              <a:rPr lang="e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 </a:t>
            </a:r>
            <a:r>
              <a:rPr lang="en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DetectorConstruction</a:t>
            </a:r>
            <a:endParaRPr lang="en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调用其中的 </a:t>
            </a:r>
            <a:r>
              <a:rPr lang="en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GetScoringVolume</a:t>
            </a:r>
            <a:r>
              <a:rPr lang="en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将计分体的指针保存到 </a:t>
            </a:r>
            <a:r>
              <a:rPr lang="en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fScoringVolume</a:t>
            </a:r>
            <a:endParaRPr lang="en" altLang="zh-C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之后所有 </a:t>
            </a:r>
            <a:r>
              <a:rPr lang="e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不再重复查找，提高效率</a:t>
            </a:r>
          </a:p>
        </p:txBody>
      </p:sp>
    </p:spTree>
    <p:extLst>
      <p:ext uri="{BB962C8B-B14F-4D97-AF65-F5344CB8AC3E}">
        <p14:creationId xmlns:p14="http://schemas.microsoft.com/office/powerpoint/2010/main" val="236013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38F52-3B0F-B26D-D8DC-F7AB6636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获得当前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Step 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的逻辑体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D93AFD-24A6-22E9-CD39-1C061EA2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126494-1329-4ACB-2FDE-098600B24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19200"/>
            <a:ext cx="8237220" cy="8953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782CE8-ABF0-807D-F3F1-96809DFAB460}"/>
              </a:ext>
            </a:extLst>
          </p:cNvPr>
          <p:cNvSpPr txBox="1"/>
          <p:nvPr/>
        </p:nvSpPr>
        <p:spPr>
          <a:xfrm>
            <a:off x="760476" y="3131318"/>
            <a:ext cx="8383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400" b="1" dirty="0">
                <a:solidFill>
                  <a:srgbClr val="00B050"/>
                </a:solidFill>
              </a:rPr>
              <a:t>step → </a:t>
            </a:r>
            <a:r>
              <a:rPr lang="en" altLang="zh-CN" sz="2400" b="1" dirty="0" err="1">
                <a:solidFill>
                  <a:srgbClr val="00B050"/>
                </a:solidFill>
              </a:rPr>
              <a:t>PreStepPoint</a:t>
            </a:r>
            <a:r>
              <a:rPr lang="en" altLang="zh-CN" sz="2400" b="1" dirty="0">
                <a:solidFill>
                  <a:srgbClr val="00B050"/>
                </a:solidFill>
              </a:rPr>
              <a:t> → Touchable → Volume → </a:t>
            </a:r>
            <a:r>
              <a:rPr lang="en" altLang="zh-CN" sz="2400" b="1" dirty="0" err="1">
                <a:solidFill>
                  <a:srgbClr val="00B050"/>
                </a:solidFill>
              </a:rPr>
              <a:t>LogicalVolume</a:t>
            </a:r>
            <a:endParaRPr lang="en" altLang="zh-CN" sz="2400" b="1" dirty="0">
              <a:solidFill>
                <a:srgbClr val="00B05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EF7115-2D6B-ABF7-C23A-D97A05386278}"/>
              </a:ext>
            </a:extLst>
          </p:cNvPr>
          <p:cNvSpPr txBox="1"/>
          <p:nvPr/>
        </p:nvSpPr>
        <p:spPr>
          <a:xfrm>
            <a:off x="521885" y="2607733"/>
            <a:ext cx="84084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获取当前粒子这一步所在的几何体（逻辑体）。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从而判断“粒子是在计分体内吗？”否则，不统计能量直接返回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8DABAA-1C88-3039-CC23-9C165073B56E}"/>
              </a:ext>
            </a:extLst>
          </p:cNvPr>
          <p:cNvSpPr txBox="1"/>
          <p:nvPr/>
        </p:nvSpPr>
        <p:spPr>
          <a:xfrm>
            <a:off x="1644057" y="5029200"/>
            <a:ext cx="5855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当前 </a:t>
            </a:r>
            <a:r>
              <a:rPr lang="en" altLang="zh-CN" b="1" dirty="0"/>
              <a:t>Step </a:t>
            </a:r>
            <a:r>
              <a:rPr lang="zh-CN" altLang="en-US" b="1" dirty="0"/>
              <a:t>的 </a:t>
            </a:r>
            <a:r>
              <a:rPr lang="en" altLang="zh-CN" b="1" dirty="0" err="1"/>
              <a:t>LogicalVolume</a:t>
            </a:r>
            <a:r>
              <a:rPr lang="en" altLang="zh-CN" b="1" dirty="0">
                <a:highlight>
                  <a:srgbClr val="FFFF00"/>
                </a:highlight>
              </a:rPr>
              <a:t> == </a:t>
            </a:r>
            <a:r>
              <a:rPr lang="zh-CN" altLang="en-US" b="1" dirty="0"/>
              <a:t>计分体的 </a:t>
            </a:r>
            <a:r>
              <a:rPr lang="en" altLang="zh-CN" b="1" dirty="0" err="1"/>
              <a:t>LogicalVolume</a:t>
            </a:r>
            <a:endParaRPr lang="en" altLang="zh-CN" b="1" dirty="0"/>
          </a:p>
          <a:p>
            <a:r>
              <a:rPr lang="en" altLang="zh-CN" b="1" dirty="0"/>
              <a:t>		</a:t>
            </a:r>
            <a:r>
              <a:rPr lang="zh-CN" altLang="en-US" b="1" dirty="0"/>
              <a:t>                 ？？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68A5CA-C1DF-7834-9F6A-3B55CB403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638800"/>
            <a:ext cx="8408456" cy="5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54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8A917-3FC5-E721-475B-4864A80E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获得本步沉积能量并累加到</a:t>
            </a:r>
            <a:r>
              <a:rPr kumimoji="1"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5D166B-00D0-D0A3-7027-D520E2C2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53BEDD-EE7C-C19F-37F2-38E7C0A8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19200"/>
            <a:ext cx="7395936" cy="13779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523827-D25E-7302-7B5A-55F82448BEC8}"/>
              </a:ext>
            </a:extLst>
          </p:cNvPr>
          <p:cNvSpPr txBox="1"/>
          <p:nvPr/>
        </p:nvSpPr>
        <p:spPr>
          <a:xfrm>
            <a:off x="846667" y="2901950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/>
              <a:t>Step </a:t>
            </a:r>
            <a:r>
              <a:rPr lang="zh-CN" altLang="en-US" sz="2000" b="1" dirty="0"/>
              <a:t>的能量沉积通常来自：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电离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激发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散射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停止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核反应</a:t>
            </a:r>
          </a:p>
          <a:p>
            <a:r>
              <a:rPr lang="zh-CN" altLang="en-US" sz="2000" b="1" dirty="0"/>
              <a:t>若该次 </a:t>
            </a:r>
            <a:r>
              <a:rPr lang="en" altLang="zh-CN" sz="2000" b="1" dirty="0"/>
              <a:t>step </a:t>
            </a:r>
            <a:r>
              <a:rPr lang="zh-CN" altLang="en-US" sz="2000" b="1" dirty="0"/>
              <a:t>没有能量沉积，则返回 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88B015-0CB5-33DB-EF36-C2ECD40A1796}"/>
              </a:ext>
            </a:extLst>
          </p:cNvPr>
          <p:cNvSpPr txBox="1"/>
          <p:nvPr/>
        </p:nvSpPr>
        <p:spPr>
          <a:xfrm>
            <a:off x="846667" y="5438745"/>
            <a:ext cx="579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 err="1"/>
              <a:t>SteppingAction</a:t>
            </a:r>
            <a:r>
              <a:rPr lang="en" altLang="zh-CN" sz="2000" b="1" dirty="0"/>
              <a:t> </a:t>
            </a:r>
            <a:r>
              <a:rPr lang="zh-CN" altLang="en-US" sz="2000" b="1" dirty="0"/>
              <a:t>举报沉积量，</a:t>
            </a:r>
            <a:r>
              <a:rPr lang="en" altLang="zh-CN" sz="2000" b="1" dirty="0" err="1"/>
              <a:t>EventAction</a:t>
            </a:r>
            <a:r>
              <a:rPr lang="en" altLang="zh-CN" sz="2000" b="1" dirty="0"/>
              <a:t> </a:t>
            </a:r>
            <a:r>
              <a:rPr lang="zh-CN" altLang="en-US" sz="2000" b="1" dirty="0"/>
              <a:t>汇总</a:t>
            </a:r>
          </a:p>
        </p:txBody>
      </p:sp>
    </p:spTree>
    <p:extLst>
      <p:ext uri="{BB962C8B-B14F-4D97-AF65-F5344CB8AC3E}">
        <p14:creationId xmlns:p14="http://schemas.microsoft.com/office/powerpoint/2010/main" val="28302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8288</TotalTime>
  <Words>2392</Words>
  <Application>Microsoft Macintosh PowerPoint</Application>
  <PresentationFormat>全屏显示(4:3)</PresentationFormat>
  <Paragraphs>347</Paragraphs>
  <Slides>36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Calibri</vt:lpstr>
      <vt:lpstr>Courier New</vt:lpstr>
      <vt:lpstr>Franklin Gothic Book</vt:lpstr>
      <vt:lpstr>Perpetua</vt:lpstr>
      <vt:lpstr>Times New Roman</vt:lpstr>
      <vt:lpstr>Wingdings</vt:lpstr>
      <vt:lpstr>Wingdings 2</vt:lpstr>
      <vt:lpstr>Equity</vt:lpstr>
      <vt:lpstr>Geant4 案例 B1/src/**.CC 文件功能解读</vt:lpstr>
      <vt:lpstr>学习目标</vt:lpstr>
      <vt:lpstr>PrimaryGeneratorAction.cc</vt:lpstr>
      <vt:lpstr>函数功能及逻辑结构</vt:lpstr>
      <vt:lpstr>头文件</vt:lpstr>
      <vt:lpstr>构造 fParticleGun：粒子枪初始化</vt:lpstr>
      <vt:lpstr>析构 fParticleGun</vt:lpstr>
      <vt:lpstr>发射粒子，并注入 Event</vt:lpstr>
      <vt:lpstr>1. 注释行</vt:lpstr>
      <vt:lpstr>2. 判断 fEnvelopeBox 不存在 nullptr</vt:lpstr>
      <vt:lpstr>3. fEnvelopeBox 存在，计算 Envelope 尺寸 </vt:lpstr>
      <vt:lpstr>4.计算粒子发射的位置（核心）</vt:lpstr>
      <vt:lpstr>1个 Event，B+，number=1, 1GeV</vt:lpstr>
      <vt:lpstr>100个 Event，B-，number=1, 1GeV</vt:lpstr>
      <vt:lpstr>PowerPoint 演示文稿</vt:lpstr>
      <vt:lpstr>如何调用函数 GeneratePrimaries（）</vt:lpstr>
      <vt:lpstr>注意事项</vt:lpstr>
      <vt:lpstr>G4ParticleGun vs. GPS（可选更换）</vt:lpstr>
      <vt:lpstr>GPS 命令行设定方式</vt:lpstr>
      <vt:lpstr>GPS 宏文件中使用</vt:lpstr>
      <vt:lpstr>GPS 宏文件中使用</vt:lpstr>
      <vt:lpstr>GPS 宏文件中使用</vt:lpstr>
      <vt:lpstr>常见修改点（建议练习）作业</vt:lpstr>
      <vt:lpstr>Cs-137 γ 能谱                             实验测得的能谱文件（TXT/CSV）</vt:lpstr>
      <vt:lpstr>常见修改点（建议练习）作业</vt:lpstr>
      <vt:lpstr>SteppingAction.cc</vt:lpstr>
      <vt:lpstr>函数功能及逻辑结构</vt:lpstr>
      <vt:lpstr>头文件</vt:lpstr>
      <vt:lpstr>B1/DetectorConstruction 中的计分区域</vt:lpstr>
      <vt:lpstr>构造函数</vt:lpstr>
      <vt:lpstr>回顾 eventAction</vt:lpstr>
      <vt:lpstr>传参链</vt:lpstr>
      <vt:lpstr>每个 Step 都会自动调用UserSteppingAction</vt:lpstr>
      <vt:lpstr>1. 第一次进入时获取“计分体”</vt:lpstr>
      <vt:lpstr>2. 获得当前 Step 的逻辑体</vt:lpstr>
      <vt:lpstr>3. 获得本步沉积能量并累加到 Event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Geant4 —— 第一讲 入门                   粒子物理暑期学校·威海2014</dc:title>
  <dc:creator>wangzhe</dc:creator>
  <cp:lastModifiedBy>office</cp:lastModifiedBy>
  <cp:revision>314</cp:revision>
  <dcterms:created xsi:type="dcterms:W3CDTF">2006-08-16T00:00:00Z</dcterms:created>
  <dcterms:modified xsi:type="dcterms:W3CDTF">2025-12-04T08:55:14Z</dcterms:modified>
</cp:coreProperties>
</file>